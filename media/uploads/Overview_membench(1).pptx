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2B44"/>
    <a:srgbClr val="DCE9DF"/>
    <a:srgbClr val="DFE9DF"/>
    <a:srgbClr val="111C3D"/>
    <a:srgbClr val="2A4273"/>
    <a:srgbClr val="283F70"/>
    <a:srgbClr val="8FA9B1"/>
    <a:srgbClr val="203463"/>
    <a:srgbClr val="E9EDE2"/>
    <a:srgbClr val="4E64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3" autoAdjust="0"/>
    <p:restoredTop sz="94660"/>
  </p:normalViewPr>
  <p:slideViewPr>
    <p:cSldViewPr snapToGrid="0">
      <p:cViewPr>
        <p:scale>
          <a:sx n="66" d="100"/>
          <a:sy n="66" d="100"/>
        </p:scale>
        <p:origin x="165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F3D5F-F267-4052-89F3-1A2D02C46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A4D5010-0497-4592-8131-24ACE6BA5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144ECA-DFFA-475D-9BEB-67352F606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5DEBAD-B5C0-4769-85CB-C8D8580A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B28090-E674-429E-9475-BD92EE63A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47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8875FA-FA9A-464F-BFCD-C178660F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4B6BF7-DAFB-4445-8074-943BA10A6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8A6AB2-D830-485C-83F8-17E71AFA1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71321A-E8FE-4FD1-8439-10975F88E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6B3371-1D0C-44EE-8DB4-59DF4262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47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8D8CF-9380-43A3-ACA0-A899C6A36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FF149-0C65-477D-8B49-8BBB746A0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E79633-4F5E-4F9D-914C-7B327E247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4FE352-C85F-4162-A2AF-E9EA732CF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1D3C2A-FB7A-4283-AFA1-FC954C28D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525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A07FB3-277F-4545-B44D-CBEDFFD4E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98A367-245A-4326-A525-DC85CD973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914D7A-2CB0-4E2A-B9DC-DC67A0694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DB87B1-5F37-4694-90B5-4EDD75F70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4F38FD-8354-4403-A948-A704D5C5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33AE1B-029C-412B-9D95-7B4E2941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425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C26D8-2234-41E3-BF73-CFA8DD296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75C0E2-01CC-4448-A392-7DADCDBF6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8BACE8-619D-4712-BA3B-D710586CA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84B64F-F558-48E9-A6D3-80BA90731D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4649E6-E5F3-420B-82B2-5DBB3F78C3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0A4AB0F-748A-46DF-8B4F-F6799FD84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DFF1ECB-A593-4F68-97FE-C78888051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3464714-904A-46C5-AEE8-88D0D3EE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509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86C63-6BA9-4651-BA8C-18C0A7DAA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CAD985D-CC7D-49FD-85A0-1B4ACB5B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136168-9A47-4602-9261-AB2C6374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635761-8475-4300-A46C-35058EDA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283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8AAE67-6691-43D9-846A-80800225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FA1E82-82A6-4068-B93F-52F7AE4FB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FD12D0-A876-4A14-A1D6-94CBEBB3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96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D3EFA-24DE-4702-95F6-66BD5436B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F9F014-693E-44CC-8D4C-9046B5AE1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A4DDE2-1C43-4D0B-815F-C49984DE0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800DEA-057E-4024-8828-0BDE9E80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BE380A-8A46-4315-98E6-4941DC6C3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ED6658-401E-4765-9FB3-1CD7AF545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110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5C130-4C07-4F30-B325-96D29F90D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BA7BDC-6D59-493B-B951-0E8DFAF925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902C21-2995-422D-9CC1-86C8C2624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5B3262-ECB8-477F-A07A-2C236910E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3677F0-4D78-4415-B793-F7AFC6AFE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E9C48A-3302-4EC7-AB5D-1FFD6DC9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931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CDFA8-49B3-4BB6-B9CE-9FF61AE5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E51FD0-04E3-426A-A81C-8722AF8AA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43913E-FC11-4D08-A39F-021E0679E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EE7790-EF70-4FEB-AFF9-247C60C71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45286D-B8B5-4EA0-B2C9-C2A52920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1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6509AE-BC0B-4261-9A7D-358AA3D24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696572-A29C-47BD-94AB-905B40A92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B352B2-1DB4-4B56-B3AC-2FE59DD0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E3A7AE-3DE9-4A48-8F67-7410E08BF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2BDCE4-BE24-4F23-9D00-54A904133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21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D30512-2028-498F-93F5-E4E9A9FEF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AD1BA3-B419-4488-AEE9-1AC3823CA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32564C-3FCB-4DD3-8F02-1E8CA8835C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95AFA-BCF4-499B-95A1-20EC5FBDD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DAFF9-4F22-4344-B4B3-1E7E29290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07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5" Type="http://schemas.openxmlformats.org/officeDocument/2006/relationships/image" Target="../media/image4.jpeg"/><Relationship Id="rId61" Type="http://schemas.openxmlformats.org/officeDocument/2006/relationships/image" Target="../media/image60.png"/><Relationship Id="rId19" Type="http://schemas.openxmlformats.org/officeDocument/2006/relationships/image" Target="../media/image1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8" Type="http://schemas.openxmlformats.org/officeDocument/2006/relationships/image" Target="../media/image7.jpeg"/><Relationship Id="rId51" Type="http://schemas.openxmlformats.org/officeDocument/2006/relationships/image" Target="../media/image50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图形 691">
            <a:extLst>
              <a:ext uri="{FF2B5EF4-FFF2-40B4-BE49-F238E27FC236}">
                <a16:creationId xmlns:a16="http://schemas.microsoft.com/office/drawing/2014/main" id="{AF00C3BD-85F6-49CE-981B-AED02026D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06352">
            <a:off x="1419910" y="4676177"/>
            <a:ext cx="3482704" cy="2608768"/>
          </a:xfrm>
          <a:prstGeom prst="rect">
            <a:avLst/>
          </a:prstGeom>
        </p:spPr>
      </p:pic>
      <p:sp>
        <p:nvSpPr>
          <p:cNvPr id="663" name="流程图: 可选过程 662">
            <a:extLst>
              <a:ext uri="{FF2B5EF4-FFF2-40B4-BE49-F238E27FC236}">
                <a16:creationId xmlns:a16="http://schemas.microsoft.com/office/drawing/2014/main" id="{4134F3B1-2E37-4C03-8CAA-243C39E383D5}"/>
              </a:ext>
            </a:extLst>
          </p:cNvPr>
          <p:cNvSpPr/>
          <p:nvPr/>
        </p:nvSpPr>
        <p:spPr>
          <a:xfrm>
            <a:off x="-66675" y="26488"/>
            <a:ext cx="12244450" cy="343484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1" name="图片 600">
            <a:extLst>
              <a:ext uri="{FF2B5EF4-FFF2-40B4-BE49-F238E27FC236}">
                <a16:creationId xmlns:a16="http://schemas.microsoft.com/office/drawing/2014/main" id="{CE2581B1-0C71-4263-A6D6-48E9D4B5252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61" t="73457" r="1767" b="15252"/>
          <a:stretch/>
        </p:blipFill>
        <p:spPr>
          <a:xfrm>
            <a:off x="-26711" y="363522"/>
            <a:ext cx="12204486" cy="3155213"/>
          </a:xfrm>
          <a:prstGeom prst="rect">
            <a:avLst/>
          </a:prstGeom>
        </p:spPr>
      </p:pic>
      <p:sp>
        <p:nvSpPr>
          <p:cNvPr id="592" name="矩形: 圆角 591">
            <a:extLst>
              <a:ext uri="{FF2B5EF4-FFF2-40B4-BE49-F238E27FC236}">
                <a16:creationId xmlns:a16="http://schemas.microsoft.com/office/drawing/2014/main" id="{3F4D0874-3575-4A91-96D0-065C251832AC}"/>
              </a:ext>
            </a:extLst>
          </p:cNvPr>
          <p:cNvSpPr/>
          <p:nvPr/>
        </p:nvSpPr>
        <p:spPr>
          <a:xfrm>
            <a:off x="6268878" y="3575951"/>
            <a:ext cx="5866044" cy="3241676"/>
          </a:xfrm>
          <a:prstGeom prst="roundRect">
            <a:avLst>
              <a:gd name="adj" fmla="val 2930"/>
            </a:avLst>
          </a:prstGeom>
          <a:noFill/>
          <a:ln w="28575">
            <a:solidFill>
              <a:srgbClr val="182B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8A5FB2-A413-417A-9772-1C73A549E87D}"/>
              </a:ext>
            </a:extLst>
          </p:cNvPr>
          <p:cNvSpPr txBox="1"/>
          <p:nvPr/>
        </p:nvSpPr>
        <p:spPr>
          <a:xfrm>
            <a:off x="5203772" y="469921"/>
            <a:ext cx="23102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Comic Sans MS" panose="030F0702030302020204" pitchFamily="66" charset="0"/>
              </a:rPr>
              <a:t>Mind2Act</a:t>
            </a:r>
          </a:p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</a:rPr>
              <a:t>world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DA582FC-2A54-464C-B000-6A10A251BB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146" y="1764797"/>
            <a:ext cx="2027436" cy="1236736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2F78951-65E4-4234-8D56-6A52488BB1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46153" y="1772467"/>
            <a:ext cx="2019160" cy="1236736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8E52ADB-FF42-45EB-B6D5-43E098D3F04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" b="10010"/>
          <a:stretch/>
        </p:blipFill>
        <p:spPr>
          <a:xfrm>
            <a:off x="4637132" y="1457445"/>
            <a:ext cx="3055948" cy="1673223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EC3CF14-554C-416F-81BB-6071ECB256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10170" y="1764797"/>
            <a:ext cx="2027436" cy="1236736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A45FD35-8DA7-470C-A97C-BDD9A3B0BC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9104" y="1764374"/>
            <a:ext cx="2033432" cy="1234970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57775638-335E-4970-80D8-DDF0A3DA2227}"/>
              </a:ext>
            </a:extLst>
          </p:cNvPr>
          <p:cNvSpPr txBox="1"/>
          <p:nvPr/>
        </p:nvSpPr>
        <p:spPr>
          <a:xfrm>
            <a:off x="313300" y="2957728"/>
            <a:ext cx="1508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Demo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FF4118-5488-402D-80F4-B6CF3BCC850E}"/>
              </a:ext>
            </a:extLst>
          </p:cNvPr>
          <p:cNvSpPr txBox="1"/>
          <p:nvPr/>
        </p:nvSpPr>
        <p:spPr>
          <a:xfrm>
            <a:off x="1993501" y="2974067"/>
            <a:ext cx="25458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&amp; Memorize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20489EF-9E5F-409D-91A3-27A1CD2D24E9}"/>
              </a:ext>
            </a:extLst>
          </p:cNvPr>
          <p:cNvSpPr txBox="1"/>
          <p:nvPr/>
        </p:nvSpPr>
        <p:spPr>
          <a:xfrm>
            <a:off x="5353837" y="3082609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Piano Replay</a:t>
            </a:r>
            <a:endParaRPr lang="zh-CN" altLang="en-US" sz="2000" b="1" dirty="0">
              <a:solidFill>
                <a:schemeClr val="tx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78BD10E-B8A5-4214-9EEA-77E692F00251}"/>
              </a:ext>
            </a:extLst>
          </p:cNvPr>
          <p:cNvSpPr txBox="1"/>
          <p:nvPr/>
        </p:nvSpPr>
        <p:spPr>
          <a:xfrm>
            <a:off x="8245456" y="2968987"/>
            <a:ext cx="15762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 &amp; Drop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201580-CE87-4C62-9A50-824285E4DFF1}"/>
              </a:ext>
            </a:extLst>
          </p:cNvPr>
          <p:cNvSpPr txBox="1"/>
          <p:nvPr/>
        </p:nvSpPr>
        <p:spPr>
          <a:xfrm>
            <a:off x="10653085" y="2932150"/>
            <a:ext cx="7635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4892559-7389-4FD0-8D20-D49DA8E79C14}"/>
              </a:ext>
            </a:extLst>
          </p:cNvPr>
          <p:cNvSpPr txBox="1"/>
          <p:nvPr/>
        </p:nvSpPr>
        <p:spPr>
          <a:xfrm>
            <a:off x="8362568" y="485041"/>
            <a:ext cx="28394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intent 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becomes physical reality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39C4A67-3F74-4260-8202-F68870982E87}"/>
              </a:ext>
            </a:extLst>
          </p:cNvPr>
          <p:cNvSpPr txBox="1"/>
          <p:nvPr/>
        </p:nvSpPr>
        <p:spPr>
          <a:xfrm>
            <a:off x="88633" y="3442237"/>
            <a:ext cx="184731" cy="1498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50000"/>
              </a:lnSpc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4262800-6175-4A1F-849D-715F47714709}"/>
              </a:ext>
            </a:extLst>
          </p:cNvPr>
          <p:cNvSpPr txBox="1"/>
          <p:nvPr/>
        </p:nvSpPr>
        <p:spPr>
          <a:xfrm>
            <a:off x="6705750" y="3575741"/>
            <a:ext cx="662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mic Sans MS" panose="030F0702030302020204" pitchFamily="66" charset="0"/>
                <a:cs typeface="Times New Roman" panose="02020603050405020304" pitchFamily="18" charset="0"/>
              </a:rPr>
              <a:t>Detailed Capability Profile for Better Diagnosis                          </a:t>
            </a:r>
            <a:endParaRPr lang="zh-CN" altLang="en-US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50" name="track-key-label-Act">
            <a:extLst>
              <a:ext uri="{FF2B5EF4-FFF2-40B4-BE49-F238E27FC236}">
                <a16:creationId xmlns:a16="http://schemas.microsoft.com/office/drawing/2014/main" id="{87E699BC-ABDF-4B52-A529-A0FE384B338E}"/>
              </a:ext>
            </a:extLst>
          </p:cNvPr>
          <p:cNvSpPr>
            <a:spLocks noGrp="1"/>
          </p:cNvSpPr>
          <p:nvPr/>
        </p:nvSpPr>
        <p:spPr>
          <a:xfrm>
            <a:off x="18375442" y="3638239"/>
            <a:ext cx="5238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  <a:defRPr sz="1050" b="0">
                <a:solidFill>
                  <a:srgbClr val="52646B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050" b="0">
                <a:solidFill>
                  <a:srgbClr val="52646B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Act</a:t>
            </a:r>
          </a:p>
        </p:txBody>
      </p:sp>
      <p:sp>
        <p:nvSpPr>
          <p:cNvPr id="185" name="可编辑弧形箭头">
            <a:extLst>
              <a:ext uri="{FF2B5EF4-FFF2-40B4-BE49-F238E27FC236}">
                <a16:creationId xmlns:a16="http://schemas.microsoft.com/office/drawing/2014/main" id="{1D96D78A-B2FB-406C-A7EF-FDE3F53EAD5B}"/>
              </a:ext>
            </a:extLst>
          </p:cNvPr>
          <p:cNvSpPr>
            <a:spLocks noGrp="1"/>
          </p:cNvSpPr>
          <p:nvPr/>
        </p:nvSpPr>
        <p:spPr>
          <a:xfrm rot="8613946">
            <a:off x="3717232" y="561988"/>
            <a:ext cx="788766" cy="854801"/>
          </a:xfrm>
          <a:custGeom>
            <a:avLst/>
            <a:gdLst/>
            <a:ahLst/>
            <a:cxnLst/>
            <a:rect l="0" t="0" r="0" b="0"/>
            <a:pathLst>
              <a:path w="1581150" h="1476375">
                <a:moveTo>
                  <a:pt x="0" y="1438275"/>
                </a:moveTo>
                <a:cubicBezTo>
                  <a:pt x="561975" y="1352550"/>
                  <a:pt x="981075" y="1028700"/>
                  <a:pt x="1181100" y="457200"/>
                </a:cubicBezTo>
                <a:lnTo>
                  <a:pt x="1028700" y="400050"/>
                </a:lnTo>
                <a:lnTo>
                  <a:pt x="1428750" y="0"/>
                </a:lnTo>
                <a:lnTo>
                  <a:pt x="1581150" y="571500"/>
                </a:lnTo>
                <a:lnTo>
                  <a:pt x="1381125" y="504825"/>
                </a:lnTo>
                <a:cubicBezTo>
                  <a:pt x="1133475" y="1133475"/>
                  <a:pt x="695325" y="1428750"/>
                  <a:pt x="0" y="1476375"/>
                </a:cubicBezTo>
                <a:close/>
              </a:path>
            </a:pathLst>
          </a:custGeom>
          <a:gradFill>
            <a:gsLst>
              <a:gs pos="0">
                <a:srgbClr val="E9EDE2"/>
              </a:gs>
              <a:gs pos="100000">
                <a:srgbClr val="203463"/>
              </a:gs>
            </a:gsLst>
            <a:lin ang="5400000" scaled="1"/>
          </a:gradFill>
          <a:ln w="0">
            <a:noFill/>
          </a:ln>
        </p:spPr>
      </p:sp>
      <p:sp>
        <p:nvSpPr>
          <p:cNvPr id="186" name="可编辑弧形箭头">
            <a:extLst>
              <a:ext uri="{FF2B5EF4-FFF2-40B4-BE49-F238E27FC236}">
                <a16:creationId xmlns:a16="http://schemas.microsoft.com/office/drawing/2014/main" id="{735498D5-E866-4E94-9CDF-900FD48E9EB0}"/>
              </a:ext>
            </a:extLst>
          </p:cNvPr>
          <p:cNvSpPr>
            <a:spLocks noGrp="1"/>
          </p:cNvSpPr>
          <p:nvPr/>
        </p:nvSpPr>
        <p:spPr>
          <a:xfrm rot="19660332">
            <a:off x="7563764" y="522214"/>
            <a:ext cx="788766" cy="854801"/>
          </a:xfrm>
          <a:custGeom>
            <a:avLst/>
            <a:gdLst/>
            <a:ahLst/>
            <a:cxnLst/>
            <a:rect l="0" t="0" r="0" b="0"/>
            <a:pathLst>
              <a:path w="1581150" h="1476375">
                <a:moveTo>
                  <a:pt x="0" y="1438275"/>
                </a:moveTo>
                <a:cubicBezTo>
                  <a:pt x="561975" y="1352550"/>
                  <a:pt x="981075" y="1028700"/>
                  <a:pt x="1181100" y="457200"/>
                </a:cubicBezTo>
                <a:lnTo>
                  <a:pt x="1028700" y="400050"/>
                </a:lnTo>
                <a:lnTo>
                  <a:pt x="1428750" y="0"/>
                </a:lnTo>
                <a:lnTo>
                  <a:pt x="1581150" y="571500"/>
                </a:lnTo>
                <a:lnTo>
                  <a:pt x="1381125" y="504825"/>
                </a:lnTo>
                <a:cubicBezTo>
                  <a:pt x="1133475" y="1133475"/>
                  <a:pt x="695325" y="1428750"/>
                  <a:pt x="0" y="1476375"/>
                </a:cubicBezTo>
                <a:close/>
              </a:path>
            </a:pathLst>
          </a:custGeom>
          <a:gradFill>
            <a:gsLst>
              <a:gs pos="0">
                <a:srgbClr val="E9EDE2"/>
              </a:gs>
              <a:gs pos="100000">
                <a:srgbClr val="203463"/>
              </a:gs>
            </a:gsLst>
            <a:lin ang="5400000" scaled="1"/>
          </a:gradFill>
          <a:ln w="0">
            <a:noFill/>
          </a:ln>
        </p:spPr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A824B19D-D450-4CB2-97F3-A5AFC3D76A74}"/>
              </a:ext>
            </a:extLst>
          </p:cNvPr>
          <p:cNvSpPr txBox="1"/>
          <p:nvPr/>
        </p:nvSpPr>
        <p:spPr>
          <a:xfrm>
            <a:off x="1295316" y="841428"/>
            <a:ext cx="2364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observations</a:t>
            </a:r>
          </a:p>
          <a:p>
            <a:pPr algn="ctr"/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become intent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62DF96DA-641C-41EB-AD52-491DC40582D2}"/>
              </a:ext>
            </a:extLst>
          </p:cNvPr>
          <p:cNvSpPr/>
          <p:nvPr/>
        </p:nvSpPr>
        <p:spPr>
          <a:xfrm>
            <a:off x="19708" y="1651764"/>
            <a:ext cx="4515531" cy="1728398"/>
          </a:xfrm>
          <a:prstGeom prst="roundRect">
            <a:avLst/>
          </a:prstGeom>
          <a:noFill/>
          <a:ln w="19050">
            <a:solidFill>
              <a:schemeClr val="bg2">
                <a:lumMod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9" name="矩形: 圆角 228">
            <a:extLst>
              <a:ext uri="{FF2B5EF4-FFF2-40B4-BE49-F238E27FC236}">
                <a16:creationId xmlns:a16="http://schemas.microsoft.com/office/drawing/2014/main" id="{633DC11D-06F1-43B2-8DFD-2CEA9D80671C}"/>
              </a:ext>
            </a:extLst>
          </p:cNvPr>
          <p:cNvSpPr/>
          <p:nvPr/>
        </p:nvSpPr>
        <p:spPr>
          <a:xfrm>
            <a:off x="7797937" y="1603192"/>
            <a:ext cx="4263423" cy="1726246"/>
          </a:xfrm>
          <a:prstGeom prst="roundRect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547" name="组合 546">
            <a:extLst>
              <a:ext uri="{FF2B5EF4-FFF2-40B4-BE49-F238E27FC236}">
                <a16:creationId xmlns:a16="http://schemas.microsoft.com/office/drawing/2014/main" id="{037D78DA-468F-4F08-B79F-FCF89877ECF8}"/>
              </a:ext>
            </a:extLst>
          </p:cNvPr>
          <p:cNvGrpSpPr/>
          <p:nvPr/>
        </p:nvGrpSpPr>
        <p:grpSpPr>
          <a:xfrm>
            <a:off x="8918155" y="4002077"/>
            <a:ext cx="1734705" cy="831778"/>
            <a:chOff x="8036243" y="4522884"/>
            <a:chExt cx="845401" cy="654474"/>
          </a:xfrm>
        </p:grpSpPr>
        <p:grpSp>
          <p:nvGrpSpPr>
            <p:cNvPr id="512" name="VLA / WAM — Mind">
              <a:extLst>
                <a:ext uri="{FF2B5EF4-FFF2-40B4-BE49-F238E27FC236}">
                  <a16:creationId xmlns:a16="http://schemas.microsoft.com/office/drawing/2014/main" id="{39E1CF96-37A5-4E93-B15B-A71EBDE3DED9}"/>
                </a:ext>
              </a:extLst>
            </p:cNvPr>
            <p:cNvGrpSpPr/>
            <p:nvPr/>
          </p:nvGrpSpPr>
          <p:grpSpPr>
            <a:xfrm rot="5400000">
              <a:off x="8286676" y="4272452"/>
              <a:ext cx="174526" cy="675390"/>
              <a:chOff x="2340864" y="3272790"/>
              <a:chExt cx="1040384" cy="4026122"/>
            </a:xfrm>
          </p:grpSpPr>
          <p:sp>
            <p:nvSpPr>
              <p:cNvPr id="535" name="G1_B1_bar">
                <a:extLst>
                  <a:ext uri="{FF2B5EF4-FFF2-40B4-BE49-F238E27FC236}">
                    <a16:creationId xmlns:a16="http://schemas.microsoft.com/office/drawing/2014/main" id="{714C8118-C2D0-469F-840D-7E84A69985E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40864" y="4530090"/>
                <a:ext cx="1040384" cy="2768822"/>
              </a:xfrm>
              <a:prstGeom prst="roundRect">
                <a:avLst>
                  <a:gd name="adj" fmla="val 17853"/>
                </a:avLst>
              </a:prstGeom>
              <a:solidFill>
                <a:srgbClr val="6D967F"/>
              </a:solidFill>
              <a:ln w="0">
                <a:noFill/>
                <a:prstDash val="solid"/>
              </a:ln>
            </p:spPr>
          </p:sp>
          <p:sp>
            <p:nvSpPr>
              <p:cNvPr id="536" name="G1_B1_easy_dash_0">
                <a:extLst>
                  <a:ext uri="{FF2B5EF4-FFF2-40B4-BE49-F238E27FC236}">
                    <a16:creationId xmlns:a16="http://schemas.microsoft.com/office/drawing/2014/main" id="{FD731A50-3CC3-4274-B188-60841F54E7D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3689" y="3679275"/>
                <a:ext cx="35243" cy="124629"/>
              </a:xfrm>
              <a:prstGeom prst="rect">
                <a:avLst/>
              </a:prstGeom>
              <a:solidFill>
                <a:srgbClr val="C4D5CB"/>
              </a:solidFill>
              <a:ln w="0">
                <a:noFill/>
                <a:prstDash val="solid"/>
              </a:ln>
            </p:spPr>
          </p:sp>
          <p:sp>
            <p:nvSpPr>
              <p:cNvPr id="537" name="G1_B1_easy_dash_1">
                <a:extLst>
                  <a:ext uri="{FF2B5EF4-FFF2-40B4-BE49-F238E27FC236}">
                    <a16:creationId xmlns:a16="http://schemas.microsoft.com/office/drawing/2014/main" id="{FD9F39C7-7E11-4514-9704-0471647F6E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3689" y="3977301"/>
                <a:ext cx="35243" cy="124629"/>
              </a:xfrm>
              <a:prstGeom prst="rect">
                <a:avLst/>
              </a:prstGeom>
              <a:solidFill>
                <a:srgbClr val="C4D5CB"/>
              </a:solidFill>
              <a:ln w="0">
                <a:noFill/>
                <a:prstDash val="solid"/>
              </a:ln>
            </p:spPr>
          </p:sp>
          <p:sp>
            <p:nvSpPr>
              <p:cNvPr id="538" name="G1_B1_easy_dash_2">
                <a:extLst>
                  <a:ext uri="{FF2B5EF4-FFF2-40B4-BE49-F238E27FC236}">
                    <a16:creationId xmlns:a16="http://schemas.microsoft.com/office/drawing/2014/main" id="{C7169BAC-0D01-41D2-AEE5-E53BF73A069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3689" y="4275328"/>
                <a:ext cx="35243" cy="37931"/>
              </a:xfrm>
              <a:prstGeom prst="rect">
                <a:avLst/>
              </a:prstGeom>
              <a:solidFill>
                <a:srgbClr val="C4D5CB"/>
              </a:solidFill>
              <a:ln w="0">
                <a:noFill/>
                <a:prstDash val="solid"/>
              </a:ln>
            </p:spPr>
          </p:sp>
          <p:sp>
            <p:nvSpPr>
              <p:cNvPr id="539" name="G1_B1_hard_dash_0">
                <a:extLst>
                  <a:ext uri="{FF2B5EF4-FFF2-40B4-BE49-F238E27FC236}">
                    <a16:creationId xmlns:a16="http://schemas.microsoft.com/office/drawing/2014/main" id="{8E293FE2-419F-4C9A-8389-20912B62DA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39593" y="4876800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40" name="G1_B1_hard_dash_1">
                <a:extLst>
                  <a:ext uri="{FF2B5EF4-FFF2-40B4-BE49-F238E27FC236}">
                    <a16:creationId xmlns:a16="http://schemas.microsoft.com/office/drawing/2014/main" id="{744F0DB4-429A-42D6-814F-01D666CD545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39593" y="5218176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41" name="G1_B1_hard_dash_2">
                <a:extLst>
                  <a:ext uri="{FF2B5EF4-FFF2-40B4-BE49-F238E27FC236}">
                    <a16:creationId xmlns:a16="http://schemas.microsoft.com/office/drawing/2014/main" id="{24306EAF-D7C6-4600-803F-445DE2DE27B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39593" y="5559552"/>
                <a:ext cx="43434" cy="37931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42" name="G1_B1_Easy">
                <a:extLst>
                  <a:ext uri="{FF2B5EF4-FFF2-40B4-BE49-F238E27FC236}">
                    <a16:creationId xmlns:a16="http://schemas.microsoft.com/office/drawing/2014/main" id="{BDB073A9-EB42-48B6-9D04-2BB26C34447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55582" y="3272790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6D967F"/>
                </a:solidFill>
                <a:prstDash val="solid"/>
              </a:ln>
            </p:spPr>
          </p:sp>
          <p:sp>
            <p:nvSpPr>
              <p:cNvPr id="543" name="G1_B1_Medium">
                <a:extLst>
                  <a:ext uri="{FF2B5EF4-FFF2-40B4-BE49-F238E27FC236}">
                    <a16:creationId xmlns:a16="http://schemas.microsoft.com/office/drawing/2014/main" id="{D45E1408-D38C-4D62-A446-D9CAF50792F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12244" y="4347686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6D967F"/>
                </a:solidFill>
                <a:prstDash val="solid"/>
              </a:ln>
            </p:spPr>
          </p:sp>
          <p:sp>
            <p:nvSpPr>
              <p:cNvPr id="544" name="G1_B1_Hard">
                <a:extLst>
                  <a:ext uri="{FF2B5EF4-FFF2-40B4-BE49-F238E27FC236}">
                    <a16:creationId xmlns:a16="http://schemas.microsoft.com/office/drawing/2014/main" id="{A9141D6D-9F3F-4A05-AD67-AB9A7672E8F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74632" y="5640705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  <p:grpSp>
          <p:nvGrpSpPr>
            <p:cNvPr id="513" name="VLA / WAM — Mind2Act">
              <a:extLst>
                <a:ext uri="{FF2B5EF4-FFF2-40B4-BE49-F238E27FC236}">
                  <a16:creationId xmlns:a16="http://schemas.microsoft.com/office/drawing/2014/main" id="{CCEFE3E9-5C57-4714-A091-A813DA7A03BE}"/>
                </a:ext>
              </a:extLst>
            </p:cNvPr>
            <p:cNvGrpSpPr/>
            <p:nvPr/>
          </p:nvGrpSpPr>
          <p:grpSpPr>
            <a:xfrm rot="5400000">
              <a:off x="8216211" y="4582890"/>
              <a:ext cx="174526" cy="534461"/>
              <a:chOff x="3771392" y="4112895"/>
              <a:chExt cx="1040384" cy="3186017"/>
            </a:xfrm>
          </p:grpSpPr>
          <p:sp>
            <p:nvSpPr>
              <p:cNvPr id="524" name="G1_B2_bar">
                <a:extLst>
                  <a:ext uri="{FF2B5EF4-FFF2-40B4-BE49-F238E27FC236}">
                    <a16:creationId xmlns:a16="http://schemas.microsoft.com/office/drawing/2014/main" id="{A45DCC39-1B53-4FE0-ACB9-52DAB9EA232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71392" y="5602605"/>
                <a:ext cx="1040384" cy="1696307"/>
              </a:xfrm>
              <a:prstGeom prst="roundRect">
                <a:avLst>
                  <a:gd name="adj" fmla="val 17853"/>
                </a:avLst>
              </a:prstGeom>
              <a:solidFill>
                <a:srgbClr val="658696"/>
              </a:solidFill>
              <a:ln w="0">
                <a:noFill/>
                <a:prstDash val="solid"/>
              </a:ln>
            </p:spPr>
          </p:sp>
          <p:sp>
            <p:nvSpPr>
              <p:cNvPr id="525" name="G1_B2_easy_dash_0">
                <a:extLst>
                  <a:ext uri="{FF2B5EF4-FFF2-40B4-BE49-F238E27FC236}">
                    <a16:creationId xmlns:a16="http://schemas.microsoft.com/office/drawing/2014/main" id="{0BD11A1D-1A17-46D4-A601-101B394633E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274344" y="4519168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526" name="G1_B2_easy_dash_1">
                <a:extLst>
                  <a:ext uri="{FF2B5EF4-FFF2-40B4-BE49-F238E27FC236}">
                    <a16:creationId xmlns:a16="http://schemas.microsoft.com/office/drawing/2014/main" id="{CA414FD6-6922-474D-9584-C942629B28F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274344" y="4817195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527" name="G1_B2_easy_dash_2">
                <a:extLst>
                  <a:ext uri="{FF2B5EF4-FFF2-40B4-BE49-F238E27FC236}">
                    <a16:creationId xmlns:a16="http://schemas.microsoft.com/office/drawing/2014/main" id="{F54C60E5-C329-40FE-AF53-6334B3C1228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274344" y="5115221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528" name="G1_B2_easy_dash_3">
                <a:extLst>
                  <a:ext uri="{FF2B5EF4-FFF2-40B4-BE49-F238E27FC236}">
                    <a16:creationId xmlns:a16="http://schemas.microsoft.com/office/drawing/2014/main" id="{1B38C6A5-853C-40CF-BF30-6E865D45C02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274344" y="5413248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529" name="G1_B2_hard_dash_0">
                <a:extLst>
                  <a:ext uri="{FF2B5EF4-FFF2-40B4-BE49-F238E27FC236}">
                    <a16:creationId xmlns:a16="http://schemas.microsoft.com/office/drawing/2014/main" id="{AC837270-8DE2-4D09-83E1-407AE23BFC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270248" y="5944277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30" name="G1_B2_hard_dash_1">
                <a:extLst>
                  <a:ext uri="{FF2B5EF4-FFF2-40B4-BE49-F238E27FC236}">
                    <a16:creationId xmlns:a16="http://schemas.microsoft.com/office/drawing/2014/main" id="{21584D19-AC86-4473-9409-595EE980797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270248" y="6285653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31" name="G1_B2_hard_dash_2">
                <a:extLst>
                  <a:ext uri="{FF2B5EF4-FFF2-40B4-BE49-F238E27FC236}">
                    <a16:creationId xmlns:a16="http://schemas.microsoft.com/office/drawing/2014/main" id="{1148F0BE-6508-415E-ABC1-7DEE9049BC5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270248" y="6627029"/>
                <a:ext cx="43434" cy="92117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32" name="G1_B2_Easy">
                <a:extLst>
                  <a:ext uri="{FF2B5EF4-FFF2-40B4-BE49-F238E27FC236}">
                    <a16:creationId xmlns:a16="http://schemas.microsoft.com/office/drawing/2014/main" id="{3FDB9603-2E34-4B93-B825-7C15CA7392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86238" y="4112895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658696"/>
                </a:solidFill>
                <a:prstDash val="solid"/>
              </a:ln>
            </p:spPr>
          </p:sp>
          <p:sp>
            <p:nvSpPr>
              <p:cNvPr id="533" name="G1_B2_Medium">
                <a:extLst>
                  <a:ext uri="{FF2B5EF4-FFF2-40B4-BE49-F238E27FC236}">
                    <a16:creationId xmlns:a16="http://schemas.microsoft.com/office/drawing/2014/main" id="{34C3068F-4EBF-4047-A696-AA9598958AF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42899" y="5578316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658696"/>
                </a:solidFill>
                <a:prstDash val="solid"/>
              </a:ln>
            </p:spPr>
          </p:sp>
          <p:sp>
            <p:nvSpPr>
              <p:cNvPr id="534" name="G1_B2_Hard">
                <a:extLst>
                  <a:ext uri="{FF2B5EF4-FFF2-40B4-BE49-F238E27FC236}">
                    <a16:creationId xmlns:a16="http://schemas.microsoft.com/office/drawing/2014/main" id="{CE9B4999-0C0B-4119-9145-581C24CFC3F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205288" y="6762750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  <p:grpSp>
          <p:nvGrpSpPr>
            <p:cNvPr id="514" name="VLA / WAM — Act">
              <a:extLst>
                <a:ext uri="{FF2B5EF4-FFF2-40B4-BE49-F238E27FC236}">
                  <a16:creationId xmlns:a16="http://schemas.microsoft.com/office/drawing/2014/main" id="{4E4539A6-AC26-4BDE-A9D9-ED65ED4574EB}"/>
                </a:ext>
              </a:extLst>
            </p:cNvPr>
            <p:cNvGrpSpPr/>
            <p:nvPr/>
          </p:nvGrpSpPr>
          <p:grpSpPr>
            <a:xfrm rot="5400000">
              <a:off x="8371681" y="4667395"/>
              <a:ext cx="174526" cy="845400"/>
              <a:chOff x="5201920" y="2259330"/>
              <a:chExt cx="1040384" cy="5039582"/>
            </a:xfrm>
          </p:grpSpPr>
          <p:sp>
            <p:nvSpPr>
              <p:cNvPr id="516" name="G1_B3_bar">
                <a:extLst>
                  <a:ext uri="{FF2B5EF4-FFF2-40B4-BE49-F238E27FC236}">
                    <a16:creationId xmlns:a16="http://schemas.microsoft.com/office/drawing/2014/main" id="{1227998F-2E1E-4FD6-B0F1-FDCAAD3E67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01920" y="3208020"/>
                <a:ext cx="1040384" cy="4090892"/>
              </a:xfrm>
              <a:prstGeom prst="roundRect">
                <a:avLst>
                  <a:gd name="adj" fmla="val 17853"/>
                </a:avLst>
              </a:prstGeom>
              <a:solidFill>
                <a:srgbClr val="294B77"/>
              </a:solidFill>
              <a:ln w="0">
                <a:noFill/>
                <a:prstDash val="solid"/>
              </a:ln>
            </p:spPr>
          </p:sp>
          <p:sp>
            <p:nvSpPr>
              <p:cNvPr id="517" name="G1_B3_easy_dash_0">
                <a:extLst>
                  <a:ext uri="{FF2B5EF4-FFF2-40B4-BE49-F238E27FC236}">
                    <a16:creationId xmlns:a16="http://schemas.microsoft.com/office/drawing/2014/main" id="{2823D7D4-BAD9-4DB4-A52C-3B5CB54FC9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704046" y="2665984"/>
                <a:ext cx="35243" cy="124629"/>
              </a:xfrm>
              <a:prstGeom prst="rect">
                <a:avLst/>
              </a:prstGeom>
              <a:solidFill>
                <a:srgbClr val="A9B7C8"/>
              </a:solidFill>
              <a:ln w="0">
                <a:noFill/>
                <a:prstDash val="solid"/>
              </a:ln>
            </p:spPr>
          </p:sp>
          <p:sp>
            <p:nvSpPr>
              <p:cNvPr id="518" name="G1_B3_easy_dash_1">
                <a:extLst>
                  <a:ext uri="{FF2B5EF4-FFF2-40B4-BE49-F238E27FC236}">
                    <a16:creationId xmlns:a16="http://schemas.microsoft.com/office/drawing/2014/main" id="{8D42BF44-C0E2-47EF-B172-293031DF7B7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704046" y="2964011"/>
                <a:ext cx="35243" cy="54187"/>
              </a:xfrm>
              <a:prstGeom prst="rect">
                <a:avLst/>
              </a:prstGeom>
              <a:solidFill>
                <a:srgbClr val="A9B7C8"/>
              </a:solidFill>
              <a:ln w="0">
                <a:noFill/>
                <a:prstDash val="solid"/>
              </a:ln>
            </p:spPr>
          </p:sp>
          <p:sp>
            <p:nvSpPr>
              <p:cNvPr id="519" name="G1_B3_hard_dash_0">
                <a:extLst>
                  <a:ext uri="{FF2B5EF4-FFF2-40B4-BE49-F238E27FC236}">
                    <a16:creationId xmlns:a16="http://schemas.microsoft.com/office/drawing/2014/main" id="{A6A38F87-493C-4D0C-8AE4-22704F759D5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99951" y="3549227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20" name="G1_B3_hard_dash_1">
                <a:extLst>
                  <a:ext uri="{FF2B5EF4-FFF2-40B4-BE49-F238E27FC236}">
                    <a16:creationId xmlns:a16="http://schemas.microsoft.com/office/drawing/2014/main" id="{FEFE8E20-9FF7-4CB0-9955-69CCED647D3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99951" y="3890603"/>
                <a:ext cx="43434" cy="27093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21" name="G1_B3_Easy">
                <a:extLst>
                  <a:ext uri="{FF2B5EF4-FFF2-40B4-BE49-F238E27FC236}">
                    <a16:creationId xmlns:a16="http://schemas.microsoft.com/office/drawing/2014/main" id="{081C88F3-7540-47F1-81F8-B1C5009951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15940" y="2259330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294B77"/>
                </a:solidFill>
                <a:prstDash val="solid"/>
              </a:ln>
            </p:spPr>
          </p:sp>
          <p:sp>
            <p:nvSpPr>
              <p:cNvPr id="522" name="G1_B3_Medium">
                <a:extLst>
                  <a:ext uri="{FF2B5EF4-FFF2-40B4-BE49-F238E27FC236}">
                    <a16:creationId xmlns:a16="http://schemas.microsoft.com/office/drawing/2014/main" id="{20A16A86-0C8A-40E1-824C-2840A1291E1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572601" y="3053239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294B77"/>
                </a:solidFill>
                <a:prstDash val="solid"/>
              </a:ln>
            </p:spPr>
          </p:sp>
          <p:sp>
            <p:nvSpPr>
              <p:cNvPr id="523" name="G1_B3_Hard">
                <a:extLst>
                  <a:ext uri="{FF2B5EF4-FFF2-40B4-BE49-F238E27FC236}">
                    <a16:creationId xmlns:a16="http://schemas.microsoft.com/office/drawing/2014/main" id="{66E4E54C-1608-446E-879F-B3218DE1AE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34990" y="3961448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</p:grpSp>
      <p:grpSp>
        <p:nvGrpSpPr>
          <p:cNvPr id="546" name="组合 545">
            <a:extLst>
              <a:ext uri="{FF2B5EF4-FFF2-40B4-BE49-F238E27FC236}">
                <a16:creationId xmlns:a16="http://schemas.microsoft.com/office/drawing/2014/main" id="{88DC6FBD-A489-4971-911C-9F30C319E020}"/>
              </a:ext>
            </a:extLst>
          </p:cNvPr>
          <p:cNvGrpSpPr/>
          <p:nvPr/>
        </p:nvGrpSpPr>
        <p:grpSpPr>
          <a:xfrm>
            <a:off x="8905096" y="5942684"/>
            <a:ext cx="1618969" cy="831780"/>
            <a:chOff x="8018333" y="5294880"/>
            <a:chExt cx="788998" cy="654476"/>
          </a:xfrm>
        </p:grpSpPr>
        <p:grpSp>
          <p:nvGrpSpPr>
            <p:cNvPr id="485" name="Hierarchical — Mind">
              <a:extLst>
                <a:ext uri="{FF2B5EF4-FFF2-40B4-BE49-F238E27FC236}">
                  <a16:creationId xmlns:a16="http://schemas.microsoft.com/office/drawing/2014/main" id="{68A200F6-5CBE-4219-8D3A-E85A3EFB9E72}"/>
                </a:ext>
              </a:extLst>
            </p:cNvPr>
            <p:cNvGrpSpPr/>
            <p:nvPr/>
          </p:nvGrpSpPr>
          <p:grpSpPr>
            <a:xfrm rot="5400000">
              <a:off x="8325568" y="4987645"/>
              <a:ext cx="174527" cy="788998"/>
              <a:chOff x="7802880" y="2595563"/>
              <a:chExt cx="1040384" cy="4703349"/>
            </a:xfrm>
          </p:grpSpPr>
          <p:sp>
            <p:nvSpPr>
              <p:cNvPr id="506" name="G2_B1_bar">
                <a:extLst>
                  <a:ext uri="{FF2B5EF4-FFF2-40B4-BE49-F238E27FC236}">
                    <a16:creationId xmlns:a16="http://schemas.microsoft.com/office/drawing/2014/main" id="{029D01DB-9D5A-46FC-9490-A131B4FC1ED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02880" y="3375660"/>
                <a:ext cx="1040384" cy="3923252"/>
              </a:xfrm>
              <a:prstGeom prst="roundRect">
                <a:avLst>
                  <a:gd name="adj" fmla="val 17853"/>
                </a:avLst>
              </a:prstGeom>
              <a:solidFill>
                <a:srgbClr val="6D967F"/>
              </a:solidFill>
              <a:ln w="0">
                <a:noFill/>
                <a:prstDash val="solid"/>
              </a:ln>
            </p:spPr>
          </p:sp>
          <p:sp>
            <p:nvSpPr>
              <p:cNvPr id="507" name="G2_B1_easy_dash_0">
                <a:extLst>
                  <a:ext uri="{FF2B5EF4-FFF2-40B4-BE49-F238E27FC236}">
                    <a16:creationId xmlns:a16="http://schemas.microsoft.com/office/drawing/2014/main" id="{D675049A-87B2-4020-B599-C3E14A4B9F0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07229" y="3001941"/>
                <a:ext cx="35243" cy="124629"/>
              </a:xfrm>
              <a:prstGeom prst="rect">
                <a:avLst/>
              </a:prstGeom>
              <a:solidFill>
                <a:srgbClr val="C4D5CB"/>
              </a:solidFill>
              <a:ln w="0">
                <a:noFill/>
                <a:prstDash val="solid"/>
              </a:ln>
            </p:spPr>
          </p:sp>
          <p:sp>
            <p:nvSpPr>
              <p:cNvPr id="508" name="G2_B1_hard_dash_0">
                <a:extLst>
                  <a:ext uri="{FF2B5EF4-FFF2-40B4-BE49-F238E27FC236}">
                    <a16:creationId xmlns:a16="http://schemas.microsoft.com/office/drawing/2014/main" id="{4A55578A-3F39-4DF0-B55F-0190B1DE557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03133" y="3722624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09" name="G2_B1_Easy">
                <a:extLst>
                  <a:ext uri="{FF2B5EF4-FFF2-40B4-BE49-F238E27FC236}">
                    <a16:creationId xmlns:a16="http://schemas.microsoft.com/office/drawing/2014/main" id="{4E14A0E1-AE07-452A-9340-0777C222F5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19123" y="2595563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6D967F"/>
                </a:solidFill>
                <a:prstDash val="solid"/>
              </a:ln>
            </p:spPr>
          </p:sp>
          <p:sp>
            <p:nvSpPr>
              <p:cNvPr id="510" name="G2_B1_Medium">
                <a:extLst>
                  <a:ext uri="{FF2B5EF4-FFF2-40B4-BE49-F238E27FC236}">
                    <a16:creationId xmlns:a16="http://schemas.microsoft.com/office/drawing/2014/main" id="{B8FE2305-0EC0-46E0-830B-EF8D1F3747A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75784" y="3226594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6D967F"/>
                </a:solidFill>
                <a:prstDash val="solid"/>
              </a:ln>
            </p:spPr>
          </p:sp>
          <p:sp>
            <p:nvSpPr>
              <p:cNvPr id="511" name="G2_B1_Hard">
                <a:extLst>
                  <a:ext uri="{FF2B5EF4-FFF2-40B4-BE49-F238E27FC236}">
                    <a16:creationId xmlns:a16="http://schemas.microsoft.com/office/drawing/2014/main" id="{662CF4D9-A273-433E-BC96-FB7107D3D6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38173" y="3961448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  <p:grpSp>
          <p:nvGrpSpPr>
            <p:cNvPr id="486" name="Hierarchical — Mind2Act">
              <a:extLst>
                <a:ext uri="{FF2B5EF4-FFF2-40B4-BE49-F238E27FC236}">
                  <a16:creationId xmlns:a16="http://schemas.microsoft.com/office/drawing/2014/main" id="{0DFF64B7-F851-4A45-9875-DFB3DBB37224}"/>
                </a:ext>
              </a:extLst>
            </p:cNvPr>
            <p:cNvGrpSpPr/>
            <p:nvPr/>
          </p:nvGrpSpPr>
          <p:grpSpPr>
            <a:xfrm rot="5400000">
              <a:off x="8287859" y="5265328"/>
              <a:ext cx="174527" cy="713580"/>
              <a:chOff x="9233408" y="3045143"/>
              <a:chExt cx="1040384" cy="4253770"/>
            </a:xfrm>
          </p:grpSpPr>
          <p:sp>
            <p:nvSpPr>
              <p:cNvPr id="496" name="G2_B2_bar">
                <a:extLst>
                  <a:ext uri="{FF2B5EF4-FFF2-40B4-BE49-F238E27FC236}">
                    <a16:creationId xmlns:a16="http://schemas.microsoft.com/office/drawing/2014/main" id="{D61452E7-CD88-4DB9-AA82-25566D956EE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233408" y="4513898"/>
                <a:ext cx="1040384" cy="2785015"/>
              </a:xfrm>
              <a:prstGeom prst="roundRect">
                <a:avLst>
                  <a:gd name="adj" fmla="val 17853"/>
                </a:avLst>
              </a:prstGeom>
              <a:solidFill>
                <a:srgbClr val="658696"/>
              </a:solidFill>
              <a:ln w="0">
                <a:noFill/>
                <a:prstDash val="solid"/>
              </a:ln>
            </p:spPr>
          </p:sp>
          <p:sp>
            <p:nvSpPr>
              <p:cNvPr id="497" name="G2_B2_easy_dash_0">
                <a:extLst>
                  <a:ext uri="{FF2B5EF4-FFF2-40B4-BE49-F238E27FC236}">
                    <a16:creationId xmlns:a16="http://schemas.microsoft.com/office/drawing/2014/main" id="{948B64C1-BF1F-4211-9E62-0DE192927E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35979" y="3451691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498" name="G2_B2_easy_dash_1">
                <a:extLst>
                  <a:ext uri="{FF2B5EF4-FFF2-40B4-BE49-F238E27FC236}">
                    <a16:creationId xmlns:a16="http://schemas.microsoft.com/office/drawing/2014/main" id="{C46257EB-0D93-4CA7-AEA5-0C423473256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35979" y="3749717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499" name="G2_B2_easy_dash_2">
                <a:extLst>
                  <a:ext uri="{FF2B5EF4-FFF2-40B4-BE49-F238E27FC236}">
                    <a16:creationId xmlns:a16="http://schemas.microsoft.com/office/drawing/2014/main" id="{F713400D-0182-436B-8DAC-F5D73AA64D1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35979" y="4047744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500" name="G2_B2_hard_dash_0">
                <a:extLst>
                  <a:ext uri="{FF2B5EF4-FFF2-40B4-BE49-F238E27FC236}">
                    <a16:creationId xmlns:a16="http://schemas.microsoft.com/office/drawing/2014/main" id="{16743613-4016-46E7-BBF6-BB36C2426B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31883" y="4860544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01" name="G2_B2_hard_dash_1">
                <a:extLst>
                  <a:ext uri="{FF2B5EF4-FFF2-40B4-BE49-F238E27FC236}">
                    <a16:creationId xmlns:a16="http://schemas.microsoft.com/office/drawing/2014/main" id="{C047A901-25BF-425B-A2E0-F99C57ADACE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31883" y="5201920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02" name="G2_B2_hard_dash_2">
                <a:extLst>
                  <a:ext uri="{FF2B5EF4-FFF2-40B4-BE49-F238E27FC236}">
                    <a16:creationId xmlns:a16="http://schemas.microsoft.com/office/drawing/2014/main" id="{43E07788-9202-4043-A0B4-91972A1FCA8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31883" y="5543296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03" name="G2_B2_Easy">
                <a:extLst>
                  <a:ext uri="{FF2B5EF4-FFF2-40B4-BE49-F238E27FC236}">
                    <a16:creationId xmlns:a16="http://schemas.microsoft.com/office/drawing/2014/main" id="{ACC0B52B-D315-4231-9DCB-45DBD66A78F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647873" y="3045143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658696"/>
                </a:solidFill>
                <a:prstDash val="solid"/>
              </a:ln>
            </p:spPr>
          </p:sp>
          <p:sp>
            <p:nvSpPr>
              <p:cNvPr id="504" name="G2_B2_Medium">
                <a:extLst>
                  <a:ext uri="{FF2B5EF4-FFF2-40B4-BE49-F238E27FC236}">
                    <a16:creationId xmlns:a16="http://schemas.microsoft.com/office/drawing/2014/main" id="{50FC7A51-D3D3-4CC7-9F05-083484EE0F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604534" y="4347686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658696"/>
                </a:solidFill>
                <a:prstDash val="solid"/>
              </a:ln>
            </p:spPr>
          </p:sp>
          <p:sp>
            <p:nvSpPr>
              <p:cNvPr id="505" name="G2_B2_Hard">
                <a:extLst>
                  <a:ext uri="{FF2B5EF4-FFF2-40B4-BE49-F238E27FC236}">
                    <a16:creationId xmlns:a16="http://schemas.microsoft.com/office/drawing/2014/main" id="{684385C5-B929-41AE-B7B8-623BC0C59E8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666923" y="5809298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  <p:grpSp>
          <p:nvGrpSpPr>
            <p:cNvPr id="487" name="Hierarchical — Act">
              <a:extLst>
                <a:ext uri="{FF2B5EF4-FFF2-40B4-BE49-F238E27FC236}">
                  <a16:creationId xmlns:a16="http://schemas.microsoft.com/office/drawing/2014/main" id="{77670141-0E14-4048-BA10-86FB8341F188}"/>
                </a:ext>
              </a:extLst>
            </p:cNvPr>
            <p:cNvGrpSpPr/>
            <p:nvPr/>
          </p:nvGrpSpPr>
          <p:grpSpPr>
            <a:xfrm rot="5400000">
              <a:off x="8316061" y="5477101"/>
              <a:ext cx="174527" cy="769984"/>
              <a:chOff x="10663936" y="2708910"/>
              <a:chExt cx="1040384" cy="4590003"/>
            </a:xfrm>
          </p:grpSpPr>
          <p:sp>
            <p:nvSpPr>
              <p:cNvPr id="489" name="G2_B3_bar">
                <a:extLst>
                  <a:ext uri="{FF2B5EF4-FFF2-40B4-BE49-F238E27FC236}">
                    <a16:creationId xmlns:a16="http://schemas.microsoft.com/office/drawing/2014/main" id="{93632E4F-5A3A-44EB-8DBA-F98B76D4217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663936" y="3635693"/>
                <a:ext cx="1040384" cy="3663220"/>
              </a:xfrm>
              <a:prstGeom prst="roundRect">
                <a:avLst>
                  <a:gd name="adj" fmla="val 17853"/>
                </a:avLst>
              </a:prstGeom>
              <a:solidFill>
                <a:srgbClr val="294B77"/>
              </a:solidFill>
              <a:ln w="0">
                <a:noFill/>
                <a:prstDash val="solid"/>
              </a:ln>
            </p:spPr>
          </p:sp>
          <p:sp>
            <p:nvSpPr>
              <p:cNvPr id="490" name="G2_B3_easy_dash_0">
                <a:extLst>
                  <a:ext uri="{FF2B5EF4-FFF2-40B4-BE49-F238E27FC236}">
                    <a16:creationId xmlns:a16="http://schemas.microsoft.com/office/drawing/2014/main" id="{043F146B-9C1B-4DC1-9A69-8086877BC40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66634" y="3115733"/>
                <a:ext cx="35243" cy="124629"/>
              </a:xfrm>
              <a:prstGeom prst="rect">
                <a:avLst/>
              </a:prstGeom>
              <a:solidFill>
                <a:srgbClr val="A9B7C8"/>
              </a:solidFill>
              <a:ln w="0">
                <a:noFill/>
                <a:prstDash val="solid"/>
              </a:ln>
            </p:spPr>
          </p:sp>
          <p:sp>
            <p:nvSpPr>
              <p:cNvPr id="491" name="G2_B3_hard_dash_0">
                <a:extLst>
                  <a:ext uri="{FF2B5EF4-FFF2-40B4-BE49-F238E27FC236}">
                    <a16:creationId xmlns:a16="http://schemas.microsoft.com/office/drawing/2014/main" id="{2FA604C4-21A0-4790-8D53-22B68F9F3D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62538" y="3982720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92" name="G2_B3_hard_dash_1">
                <a:extLst>
                  <a:ext uri="{FF2B5EF4-FFF2-40B4-BE49-F238E27FC236}">
                    <a16:creationId xmlns:a16="http://schemas.microsoft.com/office/drawing/2014/main" id="{6F01F21B-885B-482B-A61E-2BC2D0BDCFF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62538" y="4324096"/>
                <a:ext cx="43434" cy="43349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93" name="G2_B3_Easy">
                <a:extLst>
                  <a:ext uri="{FF2B5EF4-FFF2-40B4-BE49-F238E27FC236}">
                    <a16:creationId xmlns:a16="http://schemas.microsoft.com/office/drawing/2014/main" id="{55C8DD5E-C324-4267-B00D-585BF43341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078528" y="2708910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294B77"/>
                </a:solidFill>
                <a:prstDash val="solid"/>
              </a:ln>
            </p:spPr>
          </p:sp>
          <p:sp>
            <p:nvSpPr>
              <p:cNvPr id="494" name="G2_B3_Medium">
                <a:extLst>
                  <a:ext uri="{FF2B5EF4-FFF2-40B4-BE49-F238E27FC236}">
                    <a16:creationId xmlns:a16="http://schemas.microsoft.com/office/drawing/2014/main" id="{2936C298-6357-4E3B-B8EC-DD2458B8D69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035189" y="3448526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294B77"/>
                </a:solidFill>
                <a:prstDash val="solid"/>
              </a:ln>
            </p:spPr>
          </p:sp>
          <p:sp>
            <p:nvSpPr>
              <p:cNvPr id="495" name="G2_B3_Hard">
                <a:extLst>
                  <a:ext uri="{FF2B5EF4-FFF2-40B4-BE49-F238E27FC236}">
                    <a16:creationId xmlns:a16="http://schemas.microsoft.com/office/drawing/2014/main" id="{9684A10E-73A5-4FEE-8981-B27613B030B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097578" y="4411028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</p:grpSp>
      <p:grpSp>
        <p:nvGrpSpPr>
          <p:cNvPr id="545" name="组合 544">
            <a:extLst>
              <a:ext uri="{FF2B5EF4-FFF2-40B4-BE49-F238E27FC236}">
                <a16:creationId xmlns:a16="http://schemas.microsoft.com/office/drawing/2014/main" id="{4359C07D-90A6-47C5-AD25-233A544D033B}"/>
              </a:ext>
            </a:extLst>
          </p:cNvPr>
          <p:cNvGrpSpPr/>
          <p:nvPr/>
        </p:nvGrpSpPr>
        <p:grpSpPr>
          <a:xfrm>
            <a:off x="8918155" y="5009095"/>
            <a:ext cx="1811098" cy="831779"/>
            <a:chOff x="7988037" y="6050026"/>
            <a:chExt cx="882631" cy="654475"/>
          </a:xfrm>
        </p:grpSpPr>
        <p:grpSp>
          <p:nvGrpSpPr>
            <p:cNvPr id="454" name="LLM as policy — Mind">
              <a:extLst>
                <a:ext uri="{FF2B5EF4-FFF2-40B4-BE49-F238E27FC236}">
                  <a16:creationId xmlns:a16="http://schemas.microsoft.com/office/drawing/2014/main" id="{3292B71C-DDD9-4513-A366-D56AC8C88F37}"/>
                </a:ext>
              </a:extLst>
            </p:cNvPr>
            <p:cNvGrpSpPr/>
            <p:nvPr/>
          </p:nvGrpSpPr>
          <p:grpSpPr>
            <a:xfrm rot="5400000">
              <a:off x="8342089" y="5695975"/>
              <a:ext cx="174527" cy="882630"/>
              <a:chOff x="13264896" y="2037398"/>
              <a:chExt cx="1040384" cy="5261515"/>
            </a:xfrm>
          </p:grpSpPr>
          <p:sp>
            <p:nvSpPr>
              <p:cNvPr id="477" name="G3_B1_bar">
                <a:extLst>
                  <a:ext uri="{FF2B5EF4-FFF2-40B4-BE49-F238E27FC236}">
                    <a16:creationId xmlns:a16="http://schemas.microsoft.com/office/drawing/2014/main" id="{FDBEB398-09D9-459A-B7A5-4650498C257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264896" y="2888933"/>
                <a:ext cx="1040384" cy="4409980"/>
              </a:xfrm>
              <a:prstGeom prst="roundRect">
                <a:avLst>
                  <a:gd name="adj" fmla="val 17853"/>
                </a:avLst>
              </a:prstGeom>
              <a:solidFill>
                <a:srgbClr val="6D967F"/>
              </a:solidFill>
              <a:ln w="0">
                <a:noFill/>
                <a:prstDash val="solid"/>
              </a:ln>
            </p:spPr>
          </p:sp>
          <p:sp>
            <p:nvSpPr>
              <p:cNvPr id="478" name="G3_B1_easy_dash_0">
                <a:extLst>
                  <a:ext uri="{FF2B5EF4-FFF2-40B4-BE49-F238E27FC236}">
                    <a16:creationId xmlns:a16="http://schemas.microsoft.com/office/drawing/2014/main" id="{50F32181-C01B-4D12-A013-D0F65F447D5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67911" y="2443819"/>
                <a:ext cx="35243" cy="124629"/>
              </a:xfrm>
              <a:prstGeom prst="rect">
                <a:avLst/>
              </a:prstGeom>
              <a:solidFill>
                <a:srgbClr val="C4D5CB"/>
              </a:solidFill>
              <a:ln w="0">
                <a:noFill/>
                <a:prstDash val="solid"/>
              </a:ln>
            </p:spPr>
          </p:sp>
          <p:sp>
            <p:nvSpPr>
              <p:cNvPr id="479" name="G3_B1_hard_dash_0">
                <a:extLst>
                  <a:ext uri="{FF2B5EF4-FFF2-40B4-BE49-F238E27FC236}">
                    <a16:creationId xmlns:a16="http://schemas.microsoft.com/office/drawing/2014/main" id="{4EB15362-5233-481D-A778-432E43F7BD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63816" y="2996523"/>
                <a:ext cx="43434" cy="37931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80" name="G3_B1_hard_dash_1">
                <a:extLst>
                  <a:ext uri="{FF2B5EF4-FFF2-40B4-BE49-F238E27FC236}">
                    <a16:creationId xmlns:a16="http://schemas.microsoft.com/office/drawing/2014/main" id="{33BB5159-0DD9-47D8-85E4-2BFAD04E2DD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63816" y="3234944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81" name="G3_B1_hard_dash_2">
                <a:extLst>
                  <a:ext uri="{FF2B5EF4-FFF2-40B4-BE49-F238E27FC236}">
                    <a16:creationId xmlns:a16="http://schemas.microsoft.com/office/drawing/2014/main" id="{7AE5D7B0-FD30-43D4-8C18-B2D98BFF3B7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63816" y="3576320"/>
                <a:ext cx="43434" cy="5419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82" name="G3_B1_Easy">
                <a:extLst>
                  <a:ext uri="{FF2B5EF4-FFF2-40B4-BE49-F238E27FC236}">
                    <a16:creationId xmlns:a16="http://schemas.microsoft.com/office/drawing/2014/main" id="{5B75ECA2-EFFF-4E20-8ABA-9540D90F503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679805" y="2037398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6D967F"/>
                </a:solidFill>
                <a:prstDash val="solid"/>
              </a:ln>
            </p:spPr>
          </p:sp>
          <p:sp>
            <p:nvSpPr>
              <p:cNvPr id="483" name="G3_B1_Medium">
                <a:extLst>
                  <a:ext uri="{FF2B5EF4-FFF2-40B4-BE49-F238E27FC236}">
                    <a16:creationId xmlns:a16="http://schemas.microsoft.com/office/drawing/2014/main" id="{E1BC6381-684C-46B1-B783-BD9CA90ADE8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636466" y="2661761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6D967F"/>
                </a:solidFill>
                <a:prstDash val="solid"/>
              </a:ln>
            </p:spPr>
          </p:sp>
          <p:sp>
            <p:nvSpPr>
              <p:cNvPr id="484" name="G3_B1_Hard">
                <a:extLst>
                  <a:ext uri="{FF2B5EF4-FFF2-40B4-BE49-F238E27FC236}">
                    <a16:creationId xmlns:a16="http://schemas.microsoft.com/office/drawing/2014/main" id="{659DECC8-74EB-4F1E-AEDC-69666D521CA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698855" y="3625215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  <p:grpSp>
          <p:nvGrpSpPr>
            <p:cNvPr id="455" name="LLM as policy — Mind2Act">
              <a:extLst>
                <a:ext uri="{FF2B5EF4-FFF2-40B4-BE49-F238E27FC236}">
                  <a16:creationId xmlns:a16="http://schemas.microsoft.com/office/drawing/2014/main" id="{22B0F74F-764F-4E4A-B0ED-C45DFE3DDE2E}"/>
                </a:ext>
              </a:extLst>
            </p:cNvPr>
            <p:cNvGrpSpPr/>
            <p:nvPr/>
          </p:nvGrpSpPr>
          <p:grpSpPr>
            <a:xfrm rot="5400000">
              <a:off x="8201160" y="6076878"/>
              <a:ext cx="174527" cy="600771"/>
              <a:chOff x="14695424" y="3717607"/>
              <a:chExt cx="1040384" cy="3581306"/>
            </a:xfrm>
          </p:grpSpPr>
          <p:sp>
            <p:nvSpPr>
              <p:cNvPr id="467" name="G3_B2_bar">
                <a:extLst>
                  <a:ext uri="{FF2B5EF4-FFF2-40B4-BE49-F238E27FC236}">
                    <a16:creationId xmlns:a16="http://schemas.microsoft.com/office/drawing/2014/main" id="{547984CD-650C-452B-856E-AC09B5B2B63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95424" y="5131118"/>
                <a:ext cx="1040384" cy="2167795"/>
              </a:xfrm>
              <a:prstGeom prst="roundRect">
                <a:avLst>
                  <a:gd name="adj" fmla="val 17853"/>
                </a:avLst>
              </a:prstGeom>
              <a:solidFill>
                <a:srgbClr val="658696"/>
              </a:solidFill>
              <a:ln w="0">
                <a:noFill/>
                <a:prstDash val="solid"/>
              </a:ln>
            </p:spPr>
          </p:sp>
          <p:sp>
            <p:nvSpPr>
              <p:cNvPr id="468" name="G3_B2_easy_dash_0">
                <a:extLst>
                  <a:ext uri="{FF2B5EF4-FFF2-40B4-BE49-F238E27FC236}">
                    <a16:creationId xmlns:a16="http://schemas.microsoft.com/office/drawing/2014/main" id="{F1EC710A-5232-483C-8F92-0817C43689A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198566" y="4123605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469" name="G3_B2_easy_dash_1">
                <a:extLst>
                  <a:ext uri="{FF2B5EF4-FFF2-40B4-BE49-F238E27FC236}">
                    <a16:creationId xmlns:a16="http://schemas.microsoft.com/office/drawing/2014/main" id="{5F10A2CA-9D40-4F17-B4A4-F79B866B08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198566" y="4421632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470" name="G3_B2_easy_dash_2">
                <a:extLst>
                  <a:ext uri="{FF2B5EF4-FFF2-40B4-BE49-F238E27FC236}">
                    <a16:creationId xmlns:a16="http://schemas.microsoft.com/office/drawing/2014/main" id="{D5AA1AEA-C335-44B4-9A27-0ACB7166AC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198566" y="4719659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471" name="G3_B2_hard_dash_0">
                <a:extLst>
                  <a:ext uri="{FF2B5EF4-FFF2-40B4-BE49-F238E27FC236}">
                    <a16:creationId xmlns:a16="http://schemas.microsoft.com/office/drawing/2014/main" id="{5E8F58ED-7A41-4F4D-9B88-35E517EECC5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194471" y="5478272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72" name="G3_B2_hard_dash_1">
                <a:extLst>
                  <a:ext uri="{FF2B5EF4-FFF2-40B4-BE49-F238E27FC236}">
                    <a16:creationId xmlns:a16="http://schemas.microsoft.com/office/drawing/2014/main" id="{2CAA55DC-526A-4BD4-8453-98C0C8D8F9F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194471" y="5819648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73" name="G3_B2_hard_dash_2">
                <a:extLst>
                  <a:ext uri="{FF2B5EF4-FFF2-40B4-BE49-F238E27FC236}">
                    <a16:creationId xmlns:a16="http://schemas.microsoft.com/office/drawing/2014/main" id="{652A820E-E4CD-4AA7-974A-E88CCE55F8D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194471" y="6161024"/>
                <a:ext cx="43434" cy="108373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74" name="G3_B2_Easy">
                <a:extLst>
                  <a:ext uri="{FF2B5EF4-FFF2-40B4-BE49-F238E27FC236}">
                    <a16:creationId xmlns:a16="http://schemas.microsoft.com/office/drawing/2014/main" id="{147E30DE-5FF2-4B2C-B9B4-53DC46E3B12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110460" y="3717607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658696"/>
                </a:solidFill>
                <a:prstDash val="solid"/>
              </a:ln>
            </p:spPr>
          </p:sp>
          <p:sp>
            <p:nvSpPr>
              <p:cNvPr id="475" name="G3_B2_Medium">
                <a:extLst>
                  <a:ext uri="{FF2B5EF4-FFF2-40B4-BE49-F238E27FC236}">
                    <a16:creationId xmlns:a16="http://schemas.microsoft.com/office/drawing/2014/main" id="{81EE767F-A34C-47B5-B66E-334963B6D8E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067121" y="5020151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658696"/>
                </a:solidFill>
                <a:prstDash val="solid"/>
              </a:ln>
            </p:spPr>
          </p:sp>
          <p:sp>
            <p:nvSpPr>
              <p:cNvPr id="476" name="G3_B2_Hard">
                <a:extLst>
                  <a:ext uri="{FF2B5EF4-FFF2-40B4-BE49-F238E27FC236}">
                    <a16:creationId xmlns:a16="http://schemas.microsoft.com/office/drawing/2014/main" id="{E7B5BF24-6002-46B2-AE84-D215D3277A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129510" y="6313170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  <p:grpSp>
          <p:nvGrpSpPr>
            <p:cNvPr id="456" name="LLM as policy — Act">
              <a:extLst>
                <a:ext uri="{FF2B5EF4-FFF2-40B4-BE49-F238E27FC236}">
                  <a16:creationId xmlns:a16="http://schemas.microsoft.com/office/drawing/2014/main" id="{1B58BA5C-7AF8-48CB-B620-8DFB96CE7FD8}"/>
                </a:ext>
              </a:extLst>
            </p:cNvPr>
            <p:cNvGrpSpPr/>
            <p:nvPr/>
          </p:nvGrpSpPr>
          <p:grpSpPr>
            <a:xfrm rot="5400000">
              <a:off x="8182145" y="6335866"/>
              <a:ext cx="174527" cy="562743"/>
              <a:chOff x="16125952" y="3944302"/>
              <a:chExt cx="1040384" cy="3354611"/>
            </a:xfrm>
          </p:grpSpPr>
          <p:sp>
            <p:nvSpPr>
              <p:cNvPr id="458" name="G3_B3_bar">
                <a:extLst>
                  <a:ext uri="{FF2B5EF4-FFF2-40B4-BE49-F238E27FC236}">
                    <a16:creationId xmlns:a16="http://schemas.microsoft.com/office/drawing/2014/main" id="{2AAEF674-D775-4130-9A1F-A3D496A75F9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125952" y="5131118"/>
                <a:ext cx="1040384" cy="2167795"/>
              </a:xfrm>
              <a:prstGeom prst="roundRect">
                <a:avLst>
                  <a:gd name="adj" fmla="val 17853"/>
                </a:avLst>
              </a:prstGeom>
              <a:solidFill>
                <a:srgbClr val="294B77"/>
              </a:solidFill>
              <a:ln w="0">
                <a:noFill/>
                <a:prstDash val="solid"/>
              </a:ln>
            </p:spPr>
          </p:sp>
          <p:sp>
            <p:nvSpPr>
              <p:cNvPr id="459" name="G3_B3_easy_dash_0">
                <a:extLst>
                  <a:ext uri="{FF2B5EF4-FFF2-40B4-BE49-F238E27FC236}">
                    <a16:creationId xmlns:a16="http://schemas.microsoft.com/office/drawing/2014/main" id="{7E93F3B1-BCC7-4BF5-A568-577DA054928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628269" y="4351189"/>
                <a:ext cx="35243" cy="124629"/>
              </a:xfrm>
              <a:prstGeom prst="rect">
                <a:avLst/>
              </a:prstGeom>
              <a:solidFill>
                <a:srgbClr val="A9B7C8"/>
              </a:solidFill>
              <a:ln w="0">
                <a:noFill/>
                <a:prstDash val="solid"/>
              </a:ln>
            </p:spPr>
          </p:sp>
          <p:sp>
            <p:nvSpPr>
              <p:cNvPr id="460" name="G3_B3_easy_dash_1">
                <a:extLst>
                  <a:ext uri="{FF2B5EF4-FFF2-40B4-BE49-F238E27FC236}">
                    <a16:creationId xmlns:a16="http://schemas.microsoft.com/office/drawing/2014/main" id="{BF0A8F20-59C3-44A9-96D3-BF8136A044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628269" y="4649216"/>
                <a:ext cx="35243" cy="124629"/>
              </a:xfrm>
              <a:prstGeom prst="rect">
                <a:avLst/>
              </a:prstGeom>
              <a:solidFill>
                <a:srgbClr val="A9B7C8"/>
              </a:solidFill>
              <a:ln w="0">
                <a:noFill/>
                <a:prstDash val="solid"/>
              </a:ln>
            </p:spPr>
          </p:sp>
          <p:sp>
            <p:nvSpPr>
              <p:cNvPr id="461" name="G3_B3_easy_dash_2">
                <a:extLst>
                  <a:ext uri="{FF2B5EF4-FFF2-40B4-BE49-F238E27FC236}">
                    <a16:creationId xmlns:a16="http://schemas.microsoft.com/office/drawing/2014/main" id="{962F1A6C-9288-4273-81AB-6B4499F3611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628269" y="4947243"/>
                <a:ext cx="35243" cy="37931"/>
              </a:xfrm>
              <a:prstGeom prst="rect">
                <a:avLst/>
              </a:prstGeom>
              <a:solidFill>
                <a:srgbClr val="A9B7C8"/>
              </a:solidFill>
              <a:ln w="0">
                <a:noFill/>
                <a:prstDash val="solid"/>
              </a:ln>
            </p:spPr>
          </p:sp>
          <p:sp>
            <p:nvSpPr>
              <p:cNvPr id="462" name="G3_B3_hard_dash_0">
                <a:extLst>
                  <a:ext uri="{FF2B5EF4-FFF2-40B4-BE49-F238E27FC236}">
                    <a16:creationId xmlns:a16="http://schemas.microsoft.com/office/drawing/2014/main" id="{D4D507CB-9491-468C-A8DE-62E17C5598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624173" y="5478272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63" name="G3_B3_hard_dash_1">
                <a:extLst>
                  <a:ext uri="{FF2B5EF4-FFF2-40B4-BE49-F238E27FC236}">
                    <a16:creationId xmlns:a16="http://schemas.microsoft.com/office/drawing/2014/main" id="{2C2E5532-A20C-4672-962F-1B57D632F1F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624173" y="5819648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64" name="G3_B3_Easy">
                <a:extLst>
                  <a:ext uri="{FF2B5EF4-FFF2-40B4-BE49-F238E27FC236}">
                    <a16:creationId xmlns:a16="http://schemas.microsoft.com/office/drawing/2014/main" id="{F7D21839-76FD-4E17-8A3E-E5DB61D324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540163" y="3944302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294B77"/>
                </a:solidFill>
                <a:prstDash val="solid"/>
              </a:ln>
            </p:spPr>
          </p:sp>
          <p:sp>
            <p:nvSpPr>
              <p:cNvPr id="465" name="G3_B3_Medium">
                <a:extLst>
                  <a:ext uri="{FF2B5EF4-FFF2-40B4-BE49-F238E27FC236}">
                    <a16:creationId xmlns:a16="http://schemas.microsoft.com/office/drawing/2014/main" id="{78658108-45CF-4E05-AA4C-312E9709EBB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496824" y="5020151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294B77"/>
                </a:solidFill>
                <a:prstDash val="solid"/>
              </a:ln>
            </p:spPr>
          </p:sp>
          <p:sp>
            <p:nvSpPr>
              <p:cNvPr id="466" name="G3_B3_Hard">
                <a:extLst>
                  <a:ext uri="{FF2B5EF4-FFF2-40B4-BE49-F238E27FC236}">
                    <a16:creationId xmlns:a16="http://schemas.microsoft.com/office/drawing/2014/main" id="{E60B12FE-C1FF-42B3-A3FC-173BE35F7DA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559213" y="6090285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</p:grpSp>
      <p:cxnSp>
        <p:nvCxnSpPr>
          <p:cNvPr id="548" name="直接连接符 547">
            <a:extLst>
              <a:ext uri="{FF2B5EF4-FFF2-40B4-BE49-F238E27FC236}">
                <a16:creationId xmlns:a16="http://schemas.microsoft.com/office/drawing/2014/main" id="{57D7E26D-D692-4186-95A5-486564835D95}"/>
              </a:ext>
            </a:extLst>
          </p:cNvPr>
          <p:cNvCxnSpPr>
            <a:cxnSpLocks/>
          </p:cNvCxnSpPr>
          <p:nvPr/>
        </p:nvCxnSpPr>
        <p:spPr>
          <a:xfrm flipH="1" flipV="1">
            <a:off x="6904292" y="4873155"/>
            <a:ext cx="3965366" cy="1203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2" name="组合 581">
            <a:extLst>
              <a:ext uri="{FF2B5EF4-FFF2-40B4-BE49-F238E27FC236}">
                <a16:creationId xmlns:a16="http://schemas.microsoft.com/office/drawing/2014/main" id="{50D6FB68-CE93-4FDB-B54E-3CAC723E8CE7}"/>
              </a:ext>
            </a:extLst>
          </p:cNvPr>
          <p:cNvGrpSpPr/>
          <p:nvPr/>
        </p:nvGrpSpPr>
        <p:grpSpPr>
          <a:xfrm>
            <a:off x="10874432" y="4123320"/>
            <a:ext cx="1545008" cy="2611088"/>
            <a:chOff x="8355284" y="4071718"/>
            <a:chExt cx="1545008" cy="2611088"/>
          </a:xfrm>
        </p:grpSpPr>
        <p:sp>
          <p:nvSpPr>
            <p:cNvPr id="571" name="Legend_Easy_marker">
              <a:extLst>
                <a:ext uri="{FF2B5EF4-FFF2-40B4-BE49-F238E27FC236}">
                  <a16:creationId xmlns:a16="http://schemas.microsoft.com/office/drawing/2014/main" id="{610BFAA2-BF34-4FC5-B4C8-176BDE44BA0C}"/>
                </a:ext>
              </a:extLst>
            </p:cNvPr>
            <p:cNvSpPr>
              <a:spLocks/>
            </p:cNvSpPr>
            <p:nvPr/>
          </p:nvSpPr>
          <p:spPr>
            <a:xfrm>
              <a:off x="9210988" y="5347581"/>
              <a:ext cx="141626" cy="141626"/>
            </a:xfrm>
            <a:prstGeom prst="ellipse">
              <a:avLst/>
            </a:prstGeom>
            <a:solidFill>
              <a:srgbClr val="FFFFFF"/>
            </a:solidFill>
            <a:ln w="32385">
              <a:solidFill>
                <a:srgbClr val="658696"/>
              </a:solidFill>
              <a:prstDash val="solid"/>
            </a:ln>
          </p:spPr>
        </p:sp>
        <p:sp>
          <p:nvSpPr>
            <p:cNvPr id="572" name="Legend_Easy_text">
              <a:extLst>
                <a:ext uri="{FF2B5EF4-FFF2-40B4-BE49-F238E27FC236}">
                  <a16:creationId xmlns:a16="http://schemas.microsoft.com/office/drawing/2014/main" id="{8048D52F-7E92-4879-8C8C-D007D05BA578}"/>
                </a:ext>
              </a:extLst>
            </p:cNvPr>
            <p:cNvSpPr>
              <a:spLocks/>
            </p:cNvSpPr>
            <p:nvPr/>
          </p:nvSpPr>
          <p:spPr>
            <a:xfrm>
              <a:off x="8705433" y="5318447"/>
              <a:ext cx="1094380" cy="424877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2844" b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defRPr>
              </a:defPPr>
            </a:lstStyle>
            <a:p>
              <a:pPr algn="l">
                <a:defRPr sz="2844" b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200" b="0" dirty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rPr>
                <a:t>Easy</a:t>
              </a:r>
            </a:p>
          </p:txBody>
        </p:sp>
        <p:sp>
          <p:nvSpPr>
            <p:cNvPr id="569" name="Legend_Medium_marker">
              <a:extLst>
                <a:ext uri="{FF2B5EF4-FFF2-40B4-BE49-F238E27FC236}">
                  <a16:creationId xmlns:a16="http://schemas.microsoft.com/office/drawing/2014/main" id="{854943A0-CCD5-4ABA-8270-1E676D9CE34C}"/>
                </a:ext>
              </a:extLst>
            </p:cNvPr>
            <p:cNvSpPr>
              <a:spLocks/>
            </p:cNvSpPr>
            <p:nvPr/>
          </p:nvSpPr>
          <p:spPr>
            <a:xfrm>
              <a:off x="9183307" y="5779519"/>
              <a:ext cx="196988" cy="196988"/>
            </a:xfrm>
            <a:prstGeom prst="diamond">
              <a:avLst/>
            </a:prstGeom>
            <a:solidFill>
              <a:srgbClr val="FFFFFF"/>
            </a:solidFill>
            <a:ln w="32385">
              <a:solidFill>
                <a:srgbClr val="658696"/>
              </a:solidFill>
              <a:prstDash val="solid"/>
            </a:ln>
          </p:spPr>
        </p:sp>
        <p:sp>
          <p:nvSpPr>
            <p:cNvPr id="570" name="Legend_Medium_text">
              <a:extLst>
                <a:ext uri="{FF2B5EF4-FFF2-40B4-BE49-F238E27FC236}">
                  <a16:creationId xmlns:a16="http://schemas.microsoft.com/office/drawing/2014/main" id="{E787C1BF-6326-4B64-B398-756A87A3515C}"/>
                </a:ext>
              </a:extLst>
            </p:cNvPr>
            <p:cNvSpPr>
              <a:spLocks/>
            </p:cNvSpPr>
            <p:nvPr/>
          </p:nvSpPr>
          <p:spPr>
            <a:xfrm>
              <a:off x="8528211" y="5799068"/>
              <a:ext cx="1255318" cy="424877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2844" b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defRPr>
              </a:defPPr>
            </a:lstStyle>
            <a:p>
              <a:pPr algn="l">
                <a:defRPr sz="2844" b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200" b="0" dirty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rPr>
                <a:t>Medium</a:t>
              </a:r>
            </a:p>
          </p:txBody>
        </p:sp>
        <p:sp>
          <p:nvSpPr>
            <p:cNvPr id="567" name="Legend_Hard_marker">
              <a:extLst>
                <a:ext uri="{FF2B5EF4-FFF2-40B4-BE49-F238E27FC236}">
                  <a16:creationId xmlns:a16="http://schemas.microsoft.com/office/drawing/2014/main" id="{3860263D-18B6-4AC4-8D10-5807299108CE}"/>
                </a:ext>
              </a:extLst>
            </p:cNvPr>
            <p:cNvSpPr>
              <a:spLocks/>
            </p:cNvSpPr>
            <p:nvPr/>
          </p:nvSpPr>
          <p:spPr>
            <a:xfrm>
              <a:off x="9208413" y="6266820"/>
              <a:ext cx="146776" cy="146776"/>
            </a:xfrm>
            <a:prstGeom prst="rect">
              <a:avLst/>
            </a:prstGeom>
            <a:solidFill>
              <a:srgbClr val="FFFFFF"/>
            </a:solidFill>
            <a:ln w="32385">
              <a:solidFill>
                <a:srgbClr val="658696"/>
              </a:solidFill>
              <a:prstDash val="solid"/>
            </a:ln>
          </p:spPr>
        </p:sp>
        <p:sp>
          <p:nvSpPr>
            <p:cNvPr id="568" name="Legend_Hard_text">
              <a:extLst>
                <a:ext uri="{FF2B5EF4-FFF2-40B4-BE49-F238E27FC236}">
                  <a16:creationId xmlns:a16="http://schemas.microsoft.com/office/drawing/2014/main" id="{C1A3248C-6EF8-4A94-A7DC-16FB225DD8CD}"/>
                </a:ext>
              </a:extLst>
            </p:cNvPr>
            <p:cNvSpPr>
              <a:spLocks/>
            </p:cNvSpPr>
            <p:nvPr/>
          </p:nvSpPr>
          <p:spPr>
            <a:xfrm>
              <a:off x="8699036" y="6257929"/>
              <a:ext cx="836879" cy="424877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2844" b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defRPr>
              </a:defPPr>
            </a:lstStyle>
            <a:p>
              <a:pPr algn="l">
                <a:defRPr sz="2844" b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200" b="0" dirty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rPr>
                <a:t>Hard</a:t>
              </a:r>
            </a:p>
          </p:txBody>
        </p:sp>
        <p:sp>
          <p:nvSpPr>
            <p:cNvPr id="565" name="Legend_Mind_swatch">
              <a:extLst>
                <a:ext uri="{FF2B5EF4-FFF2-40B4-BE49-F238E27FC236}">
                  <a16:creationId xmlns:a16="http://schemas.microsoft.com/office/drawing/2014/main" id="{EEC58131-6D70-4988-BB5F-3B481766B6E4}"/>
                </a:ext>
              </a:extLst>
            </p:cNvPr>
            <p:cNvSpPr>
              <a:spLocks/>
            </p:cNvSpPr>
            <p:nvPr/>
          </p:nvSpPr>
          <p:spPr>
            <a:xfrm>
              <a:off x="9149832" y="4113567"/>
              <a:ext cx="263939" cy="121026"/>
            </a:xfrm>
            <a:prstGeom prst="rect">
              <a:avLst/>
            </a:prstGeom>
            <a:solidFill>
              <a:srgbClr val="6D967F"/>
            </a:solidFill>
            <a:ln w="0">
              <a:noFill/>
              <a:prstDash val="solid"/>
            </a:ln>
          </p:spPr>
        </p:sp>
        <p:sp>
          <p:nvSpPr>
            <p:cNvPr id="566" name="Legend_Mind_text">
              <a:extLst>
                <a:ext uri="{FF2B5EF4-FFF2-40B4-BE49-F238E27FC236}">
                  <a16:creationId xmlns:a16="http://schemas.microsoft.com/office/drawing/2014/main" id="{3A93A2BC-8D6C-4BBA-85CE-C8AF25D9237F}"/>
                </a:ext>
              </a:extLst>
            </p:cNvPr>
            <p:cNvSpPr>
              <a:spLocks/>
            </p:cNvSpPr>
            <p:nvPr/>
          </p:nvSpPr>
          <p:spPr>
            <a:xfrm>
              <a:off x="8709348" y="4071718"/>
              <a:ext cx="377698" cy="24386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2844" b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defRPr>
              </a:defPPr>
            </a:lstStyle>
            <a:p>
              <a:pPr algn="l">
                <a:defRPr sz="2844" b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200" b="0" dirty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rPr>
                <a:t>Mind</a:t>
              </a:r>
            </a:p>
          </p:txBody>
        </p:sp>
        <p:sp>
          <p:nvSpPr>
            <p:cNvPr id="563" name="Legend_Mind2Act_swatch">
              <a:extLst>
                <a:ext uri="{FF2B5EF4-FFF2-40B4-BE49-F238E27FC236}">
                  <a16:creationId xmlns:a16="http://schemas.microsoft.com/office/drawing/2014/main" id="{97937EF3-ABFE-46EC-8DE7-3E885FC2D02D}"/>
                </a:ext>
              </a:extLst>
            </p:cNvPr>
            <p:cNvSpPr>
              <a:spLocks/>
            </p:cNvSpPr>
            <p:nvPr/>
          </p:nvSpPr>
          <p:spPr>
            <a:xfrm>
              <a:off x="9149832" y="4936243"/>
              <a:ext cx="263939" cy="121026"/>
            </a:xfrm>
            <a:prstGeom prst="rect">
              <a:avLst/>
            </a:prstGeom>
            <a:solidFill>
              <a:srgbClr val="658696"/>
            </a:solidFill>
            <a:ln w="0">
              <a:noFill/>
              <a:prstDash val="solid"/>
            </a:ln>
          </p:spPr>
        </p:sp>
        <p:sp>
          <p:nvSpPr>
            <p:cNvPr id="564" name="Legend_Mind2Act_text">
              <a:extLst>
                <a:ext uri="{FF2B5EF4-FFF2-40B4-BE49-F238E27FC236}">
                  <a16:creationId xmlns:a16="http://schemas.microsoft.com/office/drawing/2014/main" id="{9F9ADFCA-9F30-4FCE-8191-63140D69A715}"/>
                </a:ext>
              </a:extLst>
            </p:cNvPr>
            <p:cNvSpPr>
              <a:spLocks/>
            </p:cNvSpPr>
            <p:nvPr/>
          </p:nvSpPr>
          <p:spPr>
            <a:xfrm>
              <a:off x="8355284" y="4896480"/>
              <a:ext cx="1545008" cy="424877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2844" b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defRPr>
              </a:defPPr>
            </a:lstStyle>
            <a:p>
              <a:pPr algn="l">
                <a:defRPr sz="2844" b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200" b="0" dirty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rPr>
                <a:t>Mind2Act</a:t>
              </a:r>
            </a:p>
          </p:txBody>
        </p:sp>
        <p:sp>
          <p:nvSpPr>
            <p:cNvPr id="561" name="Legend_Act_swatch">
              <a:extLst>
                <a:ext uri="{FF2B5EF4-FFF2-40B4-BE49-F238E27FC236}">
                  <a16:creationId xmlns:a16="http://schemas.microsoft.com/office/drawing/2014/main" id="{7944591C-17D4-4EBD-9959-D4C4192F7DED}"/>
                </a:ext>
              </a:extLst>
            </p:cNvPr>
            <p:cNvSpPr>
              <a:spLocks/>
            </p:cNvSpPr>
            <p:nvPr/>
          </p:nvSpPr>
          <p:spPr>
            <a:xfrm>
              <a:off x="9149832" y="4524905"/>
              <a:ext cx="263939" cy="121026"/>
            </a:xfrm>
            <a:prstGeom prst="rect">
              <a:avLst/>
            </a:prstGeom>
            <a:solidFill>
              <a:srgbClr val="294B77"/>
            </a:solidFill>
            <a:ln w="0">
              <a:noFill/>
              <a:prstDash val="solid"/>
            </a:ln>
          </p:spPr>
        </p:sp>
        <p:sp>
          <p:nvSpPr>
            <p:cNvPr id="562" name="Legend_Act_text">
              <a:extLst>
                <a:ext uri="{FF2B5EF4-FFF2-40B4-BE49-F238E27FC236}">
                  <a16:creationId xmlns:a16="http://schemas.microsoft.com/office/drawing/2014/main" id="{52EBB358-D183-4D42-BFB1-9DEB666984F6}"/>
                </a:ext>
              </a:extLst>
            </p:cNvPr>
            <p:cNvSpPr>
              <a:spLocks/>
            </p:cNvSpPr>
            <p:nvPr/>
          </p:nvSpPr>
          <p:spPr>
            <a:xfrm>
              <a:off x="8763411" y="4484668"/>
              <a:ext cx="772504" cy="424877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2844" b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defRPr>
              </a:defPPr>
            </a:lstStyle>
            <a:p>
              <a:pPr algn="l">
                <a:defRPr sz="2844" b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defRPr>
              </a:pPr>
              <a:r>
                <a:rPr sz="1200" b="0" dirty="0">
                  <a:solidFill>
                    <a:srgbClr val="213748"/>
                  </a:solidFill>
                  <a:latin typeface="Comic Sans MS"/>
                  <a:ea typeface="Comic Sans MS"/>
                  <a:cs typeface="Comic Sans MS"/>
                </a:rPr>
                <a:t>Act</a:t>
              </a:r>
            </a:p>
          </p:txBody>
        </p:sp>
      </p:grpSp>
      <p:sp>
        <p:nvSpPr>
          <p:cNvPr id="560" name="Legend_divider">
            <a:extLst>
              <a:ext uri="{FF2B5EF4-FFF2-40B4-BE49-F238E27FC236}">
                <a16:creationId xmlns:a16="http://schemas.microsoft.com/office/drawing/2014/main" id="{71D607E0-0252-42DC-AAA7-08A3184B0AAF}"/>
              </a:ext>
            </a:extLst>
          </p:cNvPr>
          <p:cNvSpPr>
            <a:spLocks/>
          </p:cNvSpPr>
          <p:nvPr/>
        </p:nvSpPr>
        <p:spPr>
          <a:xfrm>
            <a:off x="10074650" y="7575645"/>
            <a:ext cx="14807" cy="287758"/>
          </a:xfrm>
          <a:prstGeom prst="rect">
            <a:avLst/>
          </a:prstGeom>
          <a:solidFill>
            <a:srgbClr val="E3E8E6"/>
          </a:solidFill>
          <a:ln w="0">
            <a:noFill/>
            <a:prstDash val="solid"/>
          </a:ln>
        </p:spPr>
      </p:sp>
      <p:cxnSp>
        <p:nvCxnSpPr>
          <p:cNvPr id="576" name="直接连接符 575">
            <a:extLst>
              <a:ext uri="{FF2B5EF4-FFF2-40B4-BE49-F238E27FC236}">
                <a16:creationId xmlns:a16="http://schemas.microsoft.com/office/drawing/2014/main" id="{4BC96C66-AC89-4243-B13D-5BF2E5F1D803}"/>
              </a:ext>
            </a:extLst>
          </p:cNvPr>
          <p:cNvCxnSpPr>
            <a:cxnSpLocks/>
          </p:cNvCxnSpPr>
          <p:nvPr/>
        </p:nvCxnSpPr>
        <p:spPr>
          <a:xfrm flipH="1" flipV="1">
            <a:off x="6748401" y="5900320"/>
            <a:ext cx="3965366" cy="1203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3" name="文本框 582">
            <a:extLst>
              <a:ext uri="{FF2B5EF4-FFF2-40B4-BE49-F238E27FC236}">
                <a16:creationId xmlns:a16="http://schemas.microsoft.com/office/drawing/2014/main" id="{CCB55F9F-5DD0-4923-956E-4DD5C759D647}"/>
              </a:ext>
            </a:extLst>
          </p:cNvPr>
          <p:cNvSpPr txBox="1"/>
          <p:nvPr/>
        </p:nvSpPr>
        <p:spPr>
          <a:xfrm>
            <a:off x="6849831" y="3918709"/>
            <a:ext cx="1233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</a:rPr>
              <a:t>VLA/WAM</a:t>
            </a:r>
          </a:p>
        </p:txBody>
      </p:sp>
      <p:sp>
        <p:nvSpPr>
          <p:cNvPr id="584" name="文本框 583">
            <a:extLst>
              <a:ext uri="{FF2B5EF4-FFF2-40B4-BE49-F238E27FC236}">
                <a16:creationId xmlns:a16="http://schemas.microsoft.com/office/drawing/2014/main" id="{414C86B6-A05D-4C36-8F39-550B4DD68F55}"/>
              </a:ext>
            </a:extLst>
          </p:cNvPr>
          <p:cNvSpPr txBox="1"/>
          <p:nvPr/>
        </p:nvSpPr>
        <p:spPr>
          <a:xfrm>
            <a:off x="6857618" y="4911840"/>
            <a:ext cx="1463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</a:rPr>
              <a:t>LLM as policy</a:t>
            </a:r>
          </a:p>
        </p:txBody>
      </p:sp>
      <p:sp>
        <p:nvSpPr>
          <p:cNvPr id="593" name="矩形: 圆角 592">
            <a:extLst>
              <a:ext uri="{FF2B5EF4-FFF2-40B4-BE49-F238E27FC236}">
                <a16:creationId xmlns:a16="http://schemas.microsoft.com/office/drawing/2014/main" id="{9B48A927-A7CB-48AF-85D4-63D9043506C4}"/>
              </a:ext>
            </a:extLst>
          </p:cNvPr>
          <p:cNvSpPr/>
          <p:nvPr/>
        </p:nvSpPr>
        <p:spPr>
          <a:xfrm>
            <a:off x="-7526" y="3569457"/>
            <a:ext cx="6196714" cy="3241676"/>
          </a:xfrm>
          <a:prstGeom prst="roundRect">
            <a:avLst>
              <a:gd name="adj" fmla="val 2930"/>
            </a:avLst>
          </a:prstGeom>
          <a:noFill/>
          <a:ln w="28575">
            <a:solidFill>
              <a:srgbClr val="182B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4" name="文本框 593">
            <a:extLst>
              <a:ext uri="{FF2B5EF4-FFF2-40B4-BE49-F238E27FC236}">
                <a16:creationId xmlns:a16="http://schemas.microsoft.com/office/drawing/2014/main" id="{76E493F4-7DDB-4884-9D9A-FC86D77EB0E4}"/>
              </a:ext>
            </a:extLst>
          </p:cNvPr>
          <p:cNvSpPr txBox="1"/>
          <p:nvPr/>
        </p:nvSpPr>
        <p:spPr>
          <a:xfrm rot="16200000">
            <a:off x="5002397" y="4668730"/>
            <a:ext cx="2936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Mind2Act </a:t>
            </a:r>
            <a:r>
              <a:rPr lang="en-US" altLang="zh-CN" sz="1600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Policylab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95" name="右大括号 594">
            <a:extLst>
              <a:ext uri="{FF2B5EF4-FFF2-40B4-BE49-F238E27FC236}">
                <a16:creationId xmlns:a16="http://schemas.microsoft.com/office/drawing/2014/main" id="{F25EE1C3-0E62-4194-9676-DE66BB6BF364}"/>
              </a:ext>
            </a:extLst>
          </p:cNvPr>
          <p:cNvSpPr/>
          <p:nvPr/>
        </p:nvSpPr>
        <p:spPr>
          <a:xfrm flipH="1">
            <a:off x="6723847" y="4148641"/>
            <a:ext cx="95040" cy="2404015"/>
          </a:xfrm>
          <a:prstGeom prst="rightBrace">
            <a:avLst>
              <a:gd name="adj1" fmla="val 77679"/>
              <a:gd name="adj2" fmla="val 50000"/>
            </a:avLst>
          </a:prstGeom>
          <a:ln w="28575">
            <a:solidFill>
              <a:srgbClr val="182B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文本框 598">
            <a:extLst>
              <a:ext uri="{FF2B5EF4-FFF2-40B4-BE49-F238E27FC236}">
                <a16:creationId xmlns:a16="http://schemas.microsoft.com/office/drawing/2014/main" id="{7AC9AF59-5AAC-4EDB-BF7E-14479909A44B}"/>
              </a:ext>
            </a:extLst>
          </p:cNvPr>
          <p:cNvSpPr txBox="1"/>
          <p:nvPr/>
        </p:nvSpPr>
        <p:spPr>
          <a:xfrm>
            <a:off x="19708" y="482197"/>
            <a:ext cx="12506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Mind</a:t>
            </a:r>
          </a:p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</a:rPr>
              <a:t>world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600" name="文本框 599">
            <a:extLst>
              <a:ext uri="{FF2B5EF4-FFF2-40B4-BE49-F238E27FC236}">
                <a16:creationId xmlns:a16="http://schemas.microsoft.com/office/drawing/2014/main" id="{07F7FC52-D73F-4C8A-8AA3-95C001D0039D}"/>
              </a:ext>
            </a:extLst>
          </p:cNvPr>
          <p:cNvSpPr txBox="1"/>
          <p:nvPr/>
        </p:nvSpPr>
        <p:spPr>
          <a:xfrm>
            <a:off x="11108101" y="441782"/>
            <a:ext cx="10478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Comic Sans MS" panose="030F0702030302020204" pitchFamily="66" charset="0"/>
              </a:rPr>
              <a:t>Act</a:t>
            </a:r>
          </a:p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</a:rPr>
              <a:t>world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602" name="文本框 601">
            <a:extLst>
              <a:ext uri="{FF2B5EF4-FFF2-40B4-BE49-F238E27FC236}">
                <a16:creationId xmlns:a16="http://schemas.microsoft.com/office/drawing/2014/main" id="{D93A7C3C-407C-4446-8590-CA809D33D13A}"/>
              </a:ext>
            </a:extLst>
          </p:cNvPr>
          <p:cNvSpPr txBox="1"/>
          <p:nvPr/>
        </p:nvSpPr>
        <p:spPr>
          <a:xfrm>
            <a:off x="377800" y="352180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3" name="文本框 602">
            <a:extLst>
              <a:ext uri="{FF2B5EF4-FFF2-40B4-BE49-F238E27FC236}">
                <a16:creationId xmlns:a16="http://schemas.microsoft.com/office/drawing/2014/main" id="{3CEBEFAC-6D5E-4F6C-920A-10083364BC51}"/>
              </a:ext>
            </a:extLst>
          </p:cNvPr>
          <p:cNvSpPr txBox="1"/>
          <p:nvPr/>
        </p:nvSpPr>
        <p:spPr>
          <a:xfrm>
            <a:off x="1517208" y="3538549"/>
            <a:ext cx="662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mic Sans MS" panose="030F0702030302020204" pitchFamily="66" charset="0"/>
                <a:cs typeface="Times New Roman" panose="02020603050405020304" pitchFamily="18" charset="0"/>
              </a:rPr>
              <a:t>15 Tasks Across 3 Tracks</a:t>
            </a:r>
            <a:endParaRPr lang="zh-CN" altLang="en-US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655" name="组合 654">
            <a:extLst>
              <a:ext uri="{FF2B5EF4-FFF2-40B4-BE49-F238E27FC236}">
                <a16:creationId xmlns:a16="http://schemas.microsoft.com/office/drawing/2014/main" id="{F552CDAC-0E5A-4588-8A39-952B6C30C84E}"/>
              </a:ext>
            </a:extLst>
          </p:cNvPr>
          <p:cNvGrpSpPr/>
          <p:nvPr/>
        </p:nvGrpSpPr>
        <p:grpSpPr>
          <a:xfrm>
            <a:off x="2086244" y="3899141"/>
            <a:ext cx="2193191" cy="1141568"/>
            <a:chOff x="2083072" y="4134582"/>
            <a:chExt cx="2193191" cy="1141568"/>
          </a:xfrm>
        </p:grpSpPr>
        <p:pic>
          <p:nvPicPr>
            <p:cNvPr id="631" name="图片 152">
              <a:extLst>
                <a:ext uri="{FF2B5EF4-FFF2-40B4-BE49-F238E27FC236}">
                  <a16:creationId xmlns:a16="http://schemas.microsoft.com/office/drawing/2014/main" id="{E42C25F6-4A56-407C-8CE8-B7181C087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84322" y="4134582"/>
              <a:ext cx="731243" cy="458078"/>
            </a:xfrm>
            <a:prstGeom prst="rect">
              <a:avLst/>
            </a:prstGeom>
          </p:spPr>
        </p:pic>
        <p:pic>
          <p:nvPicPr>
            <p:cNvPr id="632" name="图片 154">
              <a:extLst>
                <a:ext uri="{FF2B5EF4-FFF2-40B4-BE49-F238E27FC236}">
                  <a16:creationId xmlns:a16="http://schemas.microsoft.com/office/drawing/2014/main" id="{CE9C20EF-051A-4F73-97FE-63E622F86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538126" y="4683725"/>
              <a:ext cx="731243" cy="592424"/>
            </a:xfrm>
            <a:prstGeom prst="rect">
              <a:avLst/>
            </a:prstGeom>
          </p:spPr>
        </p:pic>
        <p:pic>
          <p:nvPicPr>
            <p:cNvPr id="633" name="图片 156">
              <a:extLst>
                <a:ext uri="{FF2B5EF4-FFF2-40B4-BE49-F238E27FC236}">
                  <a16:creationId xmlns:a16="http://schemas.microsoft.com/office/drawing/2014/main" id="{A713439F-5DB7-4F5F-A9B2-2AD71F81E3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-3" t="-19788" r="3" b="19788"/>
            <a:stretch/>
          </p:blipFill>
          <p:spPr>
            <a:xfrm>
              <a:off x="2083072" y="4411505"/>
              <a:ext cx="1468264" cy="864645"/>
            </a:xfrm>
            <a:prstGeom prst="rect">
              <a:avLst/>
            </a:prstGeom>
          </p:spPr>
        </p:pic>
        <p:pic>
          <p:nvPicPr>
            <p:cNvPr id="634" name="图片 160">
              <a:extLst>
                <a:ext uri="{FF2B5EF4-FFF2-40B4-BE49-F238E27FC236}">
                  <a16:creationId xmlns:a16="http://schemas.microsoft.com/office/drawing/2014/main" id="{11127EE1-2944-449C-8F2E-C69834491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815052" y="4137945"/>
              <a:ext cx="738240" cy="444563"/>
            </a:xfrm>
            <a:prstGeom prst="rect">
              <a:avLst/>
            </a:prstGeom>
          </p:spPr>
        </p:pic>
        <p:pic>
          <p:nvPicPr>
            <p:cNvPr id="635" name="图片 162">
              <a:extLst>
                <a:ext uri="{FF2B5EF4-FFF2-40B4-BE49-F238E27FC236}">
                  <a16:creationId xmlns:a16="http://schemas.microsoft.com/office/drawing/2014/main" id="{AB76DC53-9E01-4002-8E04-3CF895196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545021" y="4144814"/>
              <a:ext cx="731242" cy="538909"/>
            </a:xfrm>
            <a:prstGeom prst="rect">
              <a:avLst/>
            </a:prstGeom>
          </p:spPr>
        </p:pic>
      </p:grpSp>
      <p:grpSp>
        <p:nvGrpSpPr>
          <p:cNvPr id="653" name="组合 652">
            <a:extLst>
              <a:ext uri="{FF2B5EF4-FFF2-40B4-BE49-F238E27FC236}">
                <a16:creationId xmlns:a16="http://schemas.microsoft.com/office/drawing/2014/main" id="{7DA50AEA-86DA-4C31-9BAF-6AD28B6A5D0F}"/>
              </a:ext>
            </a:extLst>
          </p:cNvPr>
          <p:cNvGrpSpPr/>
          <p:nvPr/>
        </p:nvGrpSpPr>
        <p:grpSpPr>
          <a:xfrm>
            <a:off x="67258" y="3927054"/>
            <a:ext cx="1799958" cy="1113654"/>
            <a:chOff x="209619" y="4122139"/>
            <a:chExt cx="1799958" cy="1113654"/>
          </a:xfrm>
        </p:grpSpPr>
        <p:pic>
          <p:nvPicPr>
            <p:cNvPr id="626" name="图片 138">
              <a:extLst>
                <a:ext uri="{FF2B5EF4-FFF2-40B4-BE49-F238E27FC236}">
                  <a16:creationId xmlns:a16="http://schemas.microsoft.com/office/drawing/2014/main" id="{49C9BEB7-1121-4F24-B21E-CB9BC4E1BE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/>
            <a:srcRect l="22981" t="15193"/>
            <a:stretch/>
          </p:blipFill>
          <p:spPr>
            <a:xfrm>
              <a:off x="863747" y="4132314"/>
              <a:ext cx="1143671" cy="681913"/>
            </a:xfrm>
            <a:prstGeom prst="rect">
              <a:avLst/>
            </a:prstGeom>
          </p:spPr>
        </p:pic>
        <p:pic>
          <p:nvPicPr>
            <p:cNvPr id="627" name="图片 142">
              <a:extLst>
                <a:ext uri="{FF2B5EF4-FFF2-40B4-BE49-F238E27FC236}">
                  <a16:creationId xmlns:a16="http://schemas.microsoft.com/office/drawing/2014/main" id="{598178C6-F692-44BB-A8A8-79E6C317D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61587" y="4812447"/>
              <a:ext cx="573995" cy="423346"/>
            </a:xfrm>
            <a:prstGeom prst="rect">
              <a:avLst/>
            </a:prstGeom>
          </p:spPr>
        </p:pic>
        <p:pic>
          <p:nvPicPr>
            <p:cNvPr id="628" name="图片 144">
              <a:extLst>
                <a:ext uri="{FF2B5EF4-FFF2-40B4-BE49-F238E27FC236}">
                  <a16:creationId xmlns:a16="http://schemas.microsoft.com/office/drawing/2014/main" id="{01D43622-8EFF-43B5-B2B1-822C65B82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435582" y="4812447"/>
              <a:ext cx="573995" cy="423346"/>
            </a:xfrm>
            <a:prstGeom prst="rect">
              <a:avLst/>
            </a:prstGeom>
          </p:spPr>
        </p:pic>
        <p:pic>
          <p:nvPicPr>
            <p:cNvPr id="642" name="图片 641">
              <a:extLst>
                <a:ext uri="{FF2B5EF4-FFF2-40B4-BE49-F238E27FC236}">
                  <a16:creationId xmlns:a16="http://schemas.microsoft.com/office/drawing/2014/main" id="{9C561F20-A55B-43D7-BBB3-7F5F44A48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619" y="4591737"/>
              <a:ext cx="653935" cy="644056"/>
            </a:xfrm>
            <a:prstGeom prst="rect">
              <a:avLst/>
            </a:prstGeom>
          </p:spPr>
        </p:pic>
        <p:pic>
          <p:nvPicPr>
            <p:cNvPr id="644" name="图片 643">
              <a:extLst>
                <a:ext uri="{FF2B5EF4-FFF2-40B4-BE49-F238E27FC236}">
                  <a16:creationId xmlns:a16="http://schemas.microsoft.com/office/drawing/2014/main" id="{6DAD0E37-5A97-461B-A709-D83A9678B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576" y="4122139"/>
              <a:ext cx="656854" cy="477202"/>
            </a:xfrm>
            <a:prstGeom prst="rect">
              <a:avLst/>
            </a:prstGeom>
          </p:spPr>
        </p:pic>
      </p:grpSp>
      <p:pic>
        <p:nvPicPr>
          <p:cNvPr id="636" name="图片 166">
            <a:extLst>
              <a:ext uri="{FF2B5EF4-FFF2-40B4-BE49-F238E27FC236}">
                <a16:creationId xmlns:a16="http://schemas.microsoft.com/office/drawing/2014/main" id="{EA2AA2D1-3E78-4075-A459-C018B7D89864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t="21647" r="26187"/>
          <a:stretch/>
        </p:blipFill>
        <p:spPr>
          <a:xfrm>
            <a:off x="4510480" y="3909197"/>
            <a:ext cx="844477" cy="709432"/>
          </a:xfrm>
          <a:prstGeom prst="rect">
            <a:avLst/>
          </a:prstGeom>
        </p:spPr>
      </p:pic>
      <p:pic>
        <p:nvPicPr>
          <p:cNvPr id="637" name="图片 170">
            <a:extLst>
              <a:ext uri="{FF2B5EF4-FFF2-40B4-BE49-F238E27FC236}">
                <a16:creationId xmlns:a16="http://schemas.microsoft.com/office/drawing/2014/main" id="{13CF4A03-BBD1-4FA2-8DC8-03EE165FA9F9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42845"/>
          <a:stretch/>
        </p:blipFill>
        <p:spPr>
          <a:xfrm>
            <a:off x="5353837" y="3912126"/>
            <a:ext cx="719862" cy="565174"/>
          </a:xfrm>
          <a:prstGeom prst="rect">
            <a:avLst/>
          </a:prstGeom>
        </p:spPr>
      </p:pic>
      <p:pic>
        <p:nvPicPr>
          <p:cNvPr id="638" name="图片 172">
            <a:extLst>
              <a:ext uri="{FF2B5EF4-FFF2-40B4-BE49-F238E27FC236}">
                <a16:creationId xmlns:a16="http://schemas.microsoft.com/office/drawing/2014/main" id="{C6144E34-5B72-4B55-B8EC-3E914A8BE006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l="21438" t="22672"/>
          <a:stretch/>
        </p:blipFill>
        <p:spPr>
          <a:xfrm>
            <a:off x="4510480" y="4608841"/>
            <a:ext cx="407712" cy="431867"/>
          </a:xfrm>
          <a:prstGeom prst="rect">
            <a:avLst/>
          </a:prstGeom>
        </p:spPr>
      </p:pic>
      <p:pic>
        <p:nvPicPr>
          <p:cNvPr id="639" name="图片 174">
            <a:extLst>
              <a:ext uri="{FF2B5EF4-FFF2-40B4-BE49-F238E27FC236}">
                <a16:creationId xmlns:a16="http://schemas.microsoft.com/office/drawing/2014/main" id="{2BD15956-6575-40B8-ACEC-26699B02BF98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30457" t="16126" r="16075"/>
          <a:stretch/>
        </p:blipFill>
        <p:spPr>
          <a:xfrm>
            <a:off x="4914021" y="4615619"/>
            <a:ext cx="447655" cy="425089"/>
          </a:xfrm>
          <a:prstGeom prst="rect">
            <a:avLst/>
          </a:prstGeom>
        </p:spPr>
      </p:pic>
      <p:pic>
        <p:nvPicPr>
          <p:cNvPr id="648" name="图片 647">
            <a:extLst>
              <a:ext uri="{FF2B5EF4-FFF2-40B4-BE49-F238E27FC236}">
                <a16:creationId xmlns:a16="http://schemas.microsoft.com/office/drawing/2014/main" id="{72FD9486-EDE2-4AF3-8274-9F80CCA5ACE6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219" b="38769"/>
          <a:stretch/>
        </p:blipFill>
        <p:spPr>
          <a:xfrm>
            <a:off x="5354436" y="4468942"/>
            <a:ext cx="712605" cy="571766"/>
          </a:xfrm>
          <a:prstGeom prst="rect">
            <a:avLst/>
          </a:prstGeom>
        </p:spPr>
      </p:pic>
      <p:sp>
        <p:nvSpPr>
          <p:cNvPr id="650" name="文本框 649">
            <a:extLst>
              <a:ext uri="{FF2B5EF4-FFF2-40B4-BE49-F238E27FC236}">
                <a16:creationId xmlns:a16="http://schemas.microsoft.com/office/drawing/2014/main" id="{85A7C93A-8D7D-40AA-8C80-95BC60033B8B}"/>
              </a:ext>
            </a:extLst>
          </p:cNvPr>
          <p:cNvSpPr txBox="1"/>
          <p:nvPr/>
        </p:nvSpPr>
        <p:spPr>
          <a:xfrm>
            <a:off x="466884" y="4987369"/>
            <a:ext cx="1134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1" name="文本框 650">
            <a:extLst>
              <a:ext uri="{FF2B5EF4-FFF2-40B4-BE49-F238E27FC236}">
                <a16:creationId xmlns:a16="http://schemas.microsoft.com/office/drawing/2014/main" id="{C0A4514F-5A4B-423A-A2AA-081B0F2AF9E1}"/>
              </a:ext>
            </a:extLst>
          </p:cNvPr>
          <p:cNvSpPr txBox="1"/>
          <p:nvPr/>
        </p:nvSpPr>
        <p:spPr>
          <a:xfrm>
            <a:off x="2465909" y="4969877"/>
            <a:ext cx="1674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Mind2Act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2" name="文本框 651">
            <a:extLst>
              <a:ext uri="{FF2B5EF4-FFF2-40B4-BE49-F238E27FC236}">
                <a16:creationId xmlns:a16="http://schemas.microsoft.com/office/drawing/2014/main" id="{5D8352FE-31FC-4856-8CED-8039FC5E31CC}"/>
              </a:ext>
            </a:extLst>
          </p:cNvPr>
          <p:cNvSpPr txBox="1"/>
          <p:nvPr/>
        </p:nvSpPr>
        <p:spPr>
          <a:xfrm>
            <a:off x="4928578" y="4976715"/>
            <a:ext cx="1674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1" name="文本框 660">
            <a:extLst>
              <a:ext uri="{FF2B5EF4-FFF2-40B4-BE49-F238E27FC236}">
                <a16:creationId xmlns:a16="http://schemas.microsoft.com/office/drawing/2014/main" id="{DA27FBFD-85FF-4B8D-8361-8D84CAD37DDA}"/>
              </a:ext>
            </a:extLst>
          </p:cNvPr>
          <p:cNvSpPr txBox="1"/>
          <p:nvPr/>
        </p:nvSpPr>
        <p:spPr>
          <a:xfrm>
            <a:off x="719226" y="6401488"/>
            <a:ext cx="545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mic Sans MS" panose="030F0702030302020204" pitchFamily="66" charset="0"/>
                <a:cs typeface="Times New Roman" panose="02020603050405020304" pitchFamily="18" charset="0"/>
              </a:rPr>
              <a:t>Progressive </a:t>
            </a:r>
            <a:r>
              <a:rPr lang="en-US" altLang="zh-CN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3 Pressure levels</a:t>
            </a:r>
            <a:r>
              <a:rPr lang="en-US" altLang="zh-CN" dirty="0">
                <a:latin typeface="Comic Sans MS" panose="030F0702030302020204" pitchFamily="66" charset="0"/>
                <a:cs typeface="Times New Roman" panose="02020603050405020304" pitchFamily="18" charset="0"/>
              </a:rPr>
              <a:t> for each task</a:t>
            </a:r>
            <a:endParaRPr lang="zh-CN" altLang="en-US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62" name="文本框 661">
            <a:extLst>
              <a:ext uri="{FF2B5EF4-FFF2-40B4-BE49-F238E27FC236}">
                <a16:creationId xmlns:a16="http://schemas.microsoft.com/office/drawing/2014/main" id="{29B89AC9-B91C-4146-B0A2-C1364FEA22B3}"/>
              </a:ext>
            </a:extLst>
          </p:cNvPr>
          <p:cNvSpPr txBox="1"/>
          <p:nvPr/>
        </p:nvSpPr>
        <p:spPr>
          <a:xfrm>
            <a:off x="-339892" y="-22813"/>
            <a:ext cx="13048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Comic Sans MS" panose="030F0702030302020204" pitchFamily="66" charset="0"/>
              </a:rPr>
              <a:t>Closing the Loop for Embodied AI: Benchmarking Decoupled Cognition, Execution, and Composition</a:t>
            </a:r>
            <a:endParaRPr lang="zh-CN" altLang="en-US" sz="2000" b="1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693" name="组合 692">
            <a:extLst>
              <a:ext uri="{FF2B5EF4-FFF2-40B4-BE49-F238E27FC236}">
                <a16:creationId xmlns:a16="http://schemas.microsoft.com/office/drawing/2014/main" id="{54B5B73F-7D44-4516-9E5C-5F46A831CFAE}"/>
              </a:ext>
            </a:extLst>
          </p:cNvPr>
          <p:cNvGrpSpPr/>
          <p:nvPr/>
        </p:nvGrpSpPr>
        <p:grpSpPr>
          <a:xfrm>
            <a:off x="39350" y="5593531"/>
            <a:ext cx="6261248" cy="832951"/>
            <a:chOff x="97796" y="5448330"/>
            <a:chExt cx="6261248" cy="832951"/>
          </a:xfrm>
        </p:grpSpPr>
        <p:pic>
          <p:nvPicPr>
            <p:cNvPr id="667" name="图形 666">
              <a:extLst>
                <a:ext uri="{FF2B5EF4-FFF2-40B4-BE49-F238E27FC236}">
                  <a16:creationId xmlns:a16="http://schemas.microsoft.com/office/drawing/2014/main" id="{398AB5F4-A726-4BF4-8312-6E29242DB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7796" y="5448330"/>
              <a:ext cx="405235" cy="405235"/>
            </a:xfrm>
            <a:prstGeom prst="rect">
              <a:avLst/>
            </a:prstGeom>
          </p:spPr>
        </p:pic>
        <p:pic>
          <p:nvPicPr>
            <p:cNvPr id="671" name="图形 670">
              <a:extLst>
                <a:ext uri="{FF2B5EF4-FFF2-40B4-BE49-F238E27FC236}">
                  <a16:creationId xmlns:a16="http://schemas.microsoft.com/office/drawing/2014/main" id="{5E6FF583-FACD-4A57-ADAB-B4841A89E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645687" y="5503556"/>
              <a:ext cx="328827" cy="328827"/>
            </a:xfrm>
            <a:prstGeom prst="rect">
              <a:avLst/>
            </a:prstGeom>
          </p:spPr>
        </p:pic>
        <p:pic>
          <p:nvPicPr>
            <p:cNvPr id="674" name="图形 673">
              <a:extLst>
                <a:ext uri="{FF2B5EF4-FFF2-40B4-BE49-F238E27FC236}">
                  <a16:creationId xmlns:a16="http://schemas.microsoft.com/office/drawing/2014/main" id="{95B87749-8A7F-4F71-9A72-85B7660CD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2018166" y="5496549"/>
              <a:ext cx="360000" cy="360000"/>
            </a:xfrm>
            <a:prstGeom prst="rect">
              <a:avLst/>
            </a:prstGeom>
          </p:spPr>
        </p:pic>
        <p:sp>
          <p:nvSpPr>
            <p:cNvPr id="679" name="文本框 678">
              <a:extLst>
                <a:ext uri="{FF2B5EF4-FFF2-40B4-BE49-F238E27FC236}">
                  <a16:creationId xmlns:a16="http://schemas.microsoft.com/office/drawing/2014/main" id="{D9E27906-5E0D-42E5-8873-1FC453F3624C}"/>
                </a:ext>
              </a:extLst>
            </p:cNvPr>
            <p:cNvSpPr txBox="1"/>
            <p:nvPr/>
          </p:nvSpPr>
          <p:spPr>
            <a:xfrm>
              <a:off x="411742" y="5881171"/>
              <a:ext cx="17218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Logic depth</a:t>
              </a:r>
              <a:r>
                <a: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↑</a:t>
              </a:r>
            </a:p>
          </p:txBody>
        </p:sp>
        <p:pic>
          <p:nvPicPr>
            <p:cNvPr id="681" name="图形 680">
              <a:extLst>
                <a:ext uri="{FF2B5EF4-FFF2-40B4-BE49-F238E27FC236}">
                  <a16:creationId xmlns:a16="http://schemas.microsoft.com/office/drawing/2014/main" id="{FC44BB2F-2117-4997-B287-5E2778D88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183621" y="5973744"/>
              <a:ext cx="256858" cy="256858"/>
            </a:xfrm>
            <a:prstGeom prst="rect">
              <a:avLst/>
            </a:prstGeom>
          </p:spPr>
        </p:pic>
        <p:sp>
          <p:nvSpPr>
            <p:cNvPr id="682" name="文本框 681">
              <a:extLst>
                <a:ext uri="{FF2B5EF4-FFF2-40B4-BE49-F238E27FC236}">
                  <a16:creationId xmlns:a16="http://schemas.microsoft.com/office/drawing/2014/main" id="{E0938623-F122-439C-BCFA-22D9777BEB5F}"/>
                </a:ext>
              </a:extLst>
            </p:cNvPr>
            <p:cNvSpPr txBox="1"/>
            <p:nvPr/>
          </p:nvSpPr>
          <p:spPr>
            <a:xfrm>
              <a:off x="423042" y="5448330"/>
              <a:ext cx="15278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Mem. span</a:t>
              </a:r>
              <a:r>
                <a: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↑</a:t>
              </a:r>
            </a:p>
          </p:txBody>
        </p:sp>
        <p:sp>
          <p:nvSpPr>
            <p:cNvPr id="683" name="文本框 682">
              <a:extLst>
                <a:ext uri="{FF2B5EF4-FFF2-40B4-BE49-F238E27FC236}">
                  <a16:creationId xmlns:a16="http://schemas.microsoft.com/office/drawing/2014/main" id="{B743F7E6-1E7F-4BB6-9C4D-0A4DD7B0A78D}"/>
                </a:ext>
              </a:extLst>
            </p:cNvPr>
            <p:cNvSpPr txBox="1"/>
            <p:nvPr/>
          </p:nvSpPr>
          <p:spPr>
            <a:xfrm>
              <a:off x="4911798" y="5448330"/>
              <a:ext cx="14472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Dynamics</a:t>
              </a:r>
              <a:r>
                <a: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↑</a:t>
              </a:r>
            </a:p>
          </p:txBody>
        </p:sp>
        <p:pic>
          <p:nvPicPr>
            <p:cNvPr id="685" name="图形 684">
              <a:extLst>
                <a:ext uri="{FF2B5EF4-FFF2-40B4-BE49-F238E27FC236}">
                  <a16:creationId xmlns:a16="http://schemas.microsoft.com/office/drawing/2014/main" id="{1867892E-77B0-4CC4-84A3-89161D11A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4678415" y="5943429"/>
              <a:ext cx="305226" cy="305226"/>
            </a:xfrm>
            <a:prstGeom prst="rect">
              <a:avLst/>
            </a:prstGeom>
          </p:spPr>
        </p:pic>
        <p:sp>
          <p:nvSpPr>
            <p:cNvPr id="686" name="文本框 685">
              <a:extLst>
                <a:ext uri="{FF2B5EF4-FFF2-40B4-BE49-F238E27FC236}">
                  <a16:creationId xmlns:a16="http://schemas.microsoft.com/office/drawing/2014/main" id="{A044785D-E5A7-4943-BFC4-D46EBF59B8F0}"/>
                </a:ext>
              </a:extLst>
            </p:cNvPr>
            <p:cNvSpPr txBox="1"/>
            <p:nvPr/>
          </p:nvSpPr>
          <p:spPr>
            <a:xfrm>
              <a:off x="4923341" y="5881171"/>
              <a:ext cx="13336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Precision</a:t>
              </a:r>
              <a:r>
                <a: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↑</a:t>
              </a:r>
            </a:p>
          </p:txBody>
        </p:sp>
        <p:sp>
          <p:nvSpPr>
            <p:cNvPr id="687" name="文本框 686">
              <a:extLst>
                <a:ext uri="{FF2B5EF4-FFF2-40B4-BE49-F238E27FC236}">
                  <a16:creationId xmlns:a16="http://schemas.microsoft.com/office/drawing/2014/main" id="{B1D7292C-7717-4A61-8899-2457C5D97BDD}"/>
                </a:ext>
              </a:extLst>
            </p:cNvPr>
            <p:cNvSpPr txBox="1"/>
            <p:nvPr/>
          </p:nvSpPr>
          <p:spPr>
            <a:xfrm>
              <a:off x="2263568" y="5448330"/>
              <a:ext cx="24112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Close loop horizon</a:t>
              </a:r>
              <a:r>
                <a: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↑</a:t>
              </a:r>
            </a:p>
          </p:txBody>
        </p:sp>
        <p:pic>
          <p:nvPicPr>
            <p:cNvPr id="689" name="图形 688">
              <a:extLst>
                <a:ext uri="{FF2B5EF4-FFF2-40B4-BE49-F238E27FC236}">
                  <a16:creationId xmlns:a16="http://schemas.microsoft.com/office/drawing/2014/main" id="{A86E1BAA-30C1-45C2-AF2C-85D7C6A6A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2034923" y="5901226"/>
              <a:ext cx="360000" cy="360000"/>
            </a:xfrm>
            <a:prstGeom prst="rect">
              <a:avLst/>
            </a:prstGeom>
          </p:spPr>
        </p:pic>
        <p:sp>
          <p:nvSpPr>
            <p:cNvPr id="690" name="文本框 689">
              <a:extLst>
                <a:ext uri="{FF2B5EF4-FFF2-40B4-BE49-F238E27FC236}">
                  <a16:creationId xmlns:a16="http://schemas.microsoft.com/office/drawing/2014/main" id="{55B91108-4BF4-440E-A5DD-0CD5A42BBDF9}"/>
                </a:ext>
              </a:extLst>
            </p:cNvPr>
            <p:cNvSpPr txBox="1"/>
            <p:nvPr/>
          </p:nvSpPr>
          <p:spPr>
            <a:xfrm>
              <a:off x="2283042" y="5876385"/>
              <a:ext cx="22040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 compound</a:t>
              </a:r>
              <a:r>
                <a: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↑</a:t>
              </a:r>
            </a:p>
          </p:txBody>
        </p:sp>
      </p:grpSp>
      <p:sp>
        <p:nvSpPr>
          <p:cNvPr id="700" name="箭头: 虚尾 699">
            <a:extLst>
              <a:ext uri="{FF2B5EF4-FFF2-40B4-BE49-F238E27FC236}">
                <a16:creationId xmlns:a16="http://schemas.microsoft.com/office/drawing/2014/main" id="{98682009-4EF7-4337-9D89-D09DBD093DAB}"/>
              </a:ext>
            </a:extLst>
          </p:cNvPr>
          <p:cNvSpPr/>
          <p:nvPr/>
        </p:nvSpPr>
        <p:spPr>
          <a:xfrm rot="5400000">
            <a:off x="665470" y="5229484"/>
            <a:ext cx="331296" cy="484632"/>
          </a:xfrm>
          <a:prstGeom prst="stripedRightArrow">
            <a:avLst>
              <a:gd name="adj1" fmla="val 40829"/>
              <a:gd name="adj2" fmla="val 5191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1" name="箭头: 虚尾 700">
            <a:extLst>
              <a:ext uri="{FF2B5EF4-FFF2-40B4-BE49-F238E27FC236}">
                <a16:creationId xmlns:a16="http://schemas.microsoft.com/office/drawing/2014/main" id="{B3E08464-9267-465C-8E32-92A0B29C739F}"/>
              </a:ext>
            </a:extLst>
          </p:cNvPr>
          <p:cNvSpPr/>
          <p:nvPr/>
        </p:nvSpPr>
        <p:spPr>
          <a:xfrm rot="5400000">
            <a:off x="2980432" y="5283372"/>
            <a:ext cx="331296" cy="484632"/>
          </a:xfrm>
          <a:prstGeom prst="stripedRightArrow">
            <a:avLst>
              <a:gd name="adj1" fmla="val 40829"/>
              <a:gd name="adj2" fmla="val 5191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2" name="箭头: 虚尾 701">
            <a:extLst>
              <a:ext uri="{FF2B5EF4-FFF2-40B4-BE49-F238E27FC236}">
                <a16:creationId xmlns:a16="http://schemas.microsoft.com/office/drawing/2014/main" id="{233AA7E1-4799-4139-957A-E669EAACE81F}"/>
              </a:ext>
            </a:extLst>
          </p:cNvPr>
          <p:cNvSpPr/>
          <p:nvPr/>
        </p:nvSpPr>
        <p:spPr>
          <a:xfrm rot="5400000">
            <a:off x="5071999" y="5318484"/>
            <a:ext cx="331296" cy="484632"/>
          </a:xfrm>
          <a:prstGeom prst="stripedRightArrow">
            <a:avLst>
              <a:gd name="adj1" fmla="val 40829"/>
              <a:gd name="adj2" fmla="val 5191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B79BAC-2A06-4EC2-B54A-7E1B705FC85E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438" y="384201"/>
            <a:ext cx="861256" cy="86125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65E19F6-1C43-4C11-AFC3-1DA117756DDB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562" y="316896"/>
            <a:ext cx="708909" cy="65200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0D082E1-BD20-4591-9F20-8BF67AC9F350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868" y="286750"/>
            <a:ext cx="669589" cy="655331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D9C6D75D-FF5F-4CAB-ACD4-DC94A96B1BBB}"/>
              </a:ext>
            </a:extLst>
          </p:cNvPr>
          <p:cNvGrpSpPr/>
          <p:nvPr/>
        </p:nvGrpSpPr>
        <p:grpSpPr>
          <a:xfrm>
            <a:off x="6975686" y="4477033"/>
            <a:ext cx="1565027" cy="288000"/>
            <a:chOff x="6977583" y="4490696"/>
            <a:chExt cx="1565027" cy="288000"/>
          </a:xfrm>
        </p:grpSpPr>
        <p:pic>
          <p:nvPicPr>
            <p:cNvPr id="210" name="图片 209">
              <a:extLst>
                <a:ext uri="{FF2B5EF4-FFF2-40B4-BE49-F238E27FC236}">
                  <a16:creationId xmlns:a16="http://schemas.microsoft.com/office/drawing/2014/main" id="{AF68C824-2975-4D1A-8CCD-F1C97550FBDE}"/>
                </a:ext>
              </a:extLst>
            </p:cNvPr>
            <p:cNvPicPr>
              <a:picLocks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6977583" y="4518589"/>
              <a:ext cx="319351" cy="225561"/>
            </a:xfrm>
            <a:prstGeom prst="rect">
              <a:avLst/>
            </a:prstGeom>
          </p:spPr>
        </p:pic>
        <p:pic>
          <p:nvPicPr>
            <p:cNvPr id="212" name="图片 211">
              <a:extLst>
                <a:ext uri="{FF2B5EF4-FFF2-40B4-BE49-F238E27FC236}">
                  <a16:creationId xmlns:a16="http://schemas.microsoft.com/office/drawing/2014/main" id="{6285776C-4D57-45FB-A332-388D17FA0008}"/>
                </a:ext>
              </a:extLst>
            </p:cNvPr>
            <p:cNvPicPr>
              <a:picLocks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00526" y="4511663"/>
              <a:ext cx="342292" cy="251528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1573BBFD-822D-47C5-AA35-76314371F743}"/>
                </a:ext>
              </a:extLst>
            </p:cNvPr>
            <p:cNvPicPr>
              <a:picLocks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688" y="4506630"/>
              <a:ext cx="256561" cy="256561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B8C725E2-3C3F-48F8-A217-7D0BC6C7AE81}"/>
                </a:ext>
              </a:extLst>
            </p:cNvPr>
            <p:cNvPicPr>
              <a:picLocks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6610" y="4517636"/>
              <a:ext cx="232502" cy="232502"/>
            </a:xfrm>
            <a:prstGeom prst="rect">
              <a:avLst/>
            </a:prstGeom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0AF92CB5-A0C8-478E-B307-DC34594A710E}"/>
                </a:ext>
              </a:extLst>
            </p:cNvPr>
            <p:cNvPicPr>
              <a:picLocks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4610" y="4490696"/>
              <a:ext cx="288000" cy="288000"/>
            </a:xfrm>
            <a:prstGeom prst="rect">
              <a:avLst/>
            </a:prstGeom>
          </p:spPr>
        </p:pic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A74AE25-C827-4C4E-8785-A8C5762AF496}"/>
              </a:ext>
            </a:extLst>
          </p:cNvPr>
          <p:cNvGrpSpPr/>
          <p:nvPr/>
        </p:nvGrpSpPr>
        <p:grpSpPr>
          <a:xfrm>
            <a:off x="6967977" y="4209585"/>
            <a:ext cx="1563554" cy="297606"/>
            <a:chOff x="6969874" y="4223248"/>
            <a:chExt cx="1563554" cy="297606"/>
          </a:xfrm>
        </p:grpSpPr>
        <p:pic>
          <p:nvPicPr>
            <p:cNvPr id="214" name="图片 213">
              <a:extLst>
                <a:ext uri="{FF2B5EF4-FFF2-40B4-BE49-F238E27FC236}">
                  <a16:creationId xmlns:a16="http://schemas.microsoft.com/office/drawing/2014/main" id="{57F9401F-6179-47DE-98DE-3EC897FB652A}"/>
                </a:ext>
              </a:extLst>
            </p:cNvPr>
            <p:cNvPicPr>
              <a:picLocks/>
            </p:cNvPicPr>
            <p:nvPr/>
          </p:nvPicPr>
          <p:blipFill rotWithShape="1">
            <a:blip r:embed="rId45"/>
            <a:srcRect l="15175" t="31004" r="79909" b="60741"/>
            <a:stretch/>
          </p:blipFill>
          <p:spPr>
            <a:xfrm>
              <a:off x="7332636" y="4232854"/>
              <a:ext cx="288000" cy="28800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725153A-99C8-45EE-B7E1-F418419157C4}"/>
                </a:ext>
              </a:extLst>
            </p:cNvPr>
            <p:cNvPicPr>
              <a:picLocks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0908" y="4232854"/>
              <a:ext cx="288000" cy="28800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DC61F108-91A1-4E0C-9AC3-954B256A2522}"/>
                </a:ext>
              </a:extLst>
            </p:cNvPr>
            <p:cNvPicPr>
              <a:picLocks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9874" y="4232854"/>
              <a:ext cx="288000" cy="28800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AFD82887-14F3-4B86-A647-8449D5A63435}"/>
                </a:ext>
              </a:extLst>
            </p:cNvPr>
            <p:cNvPicPr>
              <a:picLocks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3611" y="4232854"/>
              <a:ext cx="288000" cy="288000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0B92B1DD-FF17-4141-9CB7-993BDD0DB646}"/>
                </a:ext>
              </a:extLst>
            </p:cNvPr>
            <p:cNvPicPr>
              <a:picLocks/>
            </p:cNvPicPr>
            <p:nvPr/>
          </p:nvPicPr>
          <p:blipFill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5428" y="4223248"/>
              <a:ext cx="288000" cy="288000"/>
            </a:xfrm>
            <a:prstGeom prst="rect">
              <a:avLst/>
            </a:prstGeom>
          </p:spPr>
        </p:pic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E6DB72E8-A399-4F36-9808-8735A4B538E9}"/>
              </a:ext>
            </a:extLst>
          </p:cNvPr>
          <p:cNvGrpSpPr/>
          <p:nvPr/>
        </p:nvGrpSpPr>
        <p:grpSpPr>
          <a:xfrm>
            <a:off x="6903565" y="5230198"/>
            <a:ext cx="1464256" cy="288000"/>
            <a:chOff x="6947854" y="5173198"/>
            <a:chExt cx="1464256" cy="288000"/>
          </a:xfrm>
        </p:grpSpPr>
        <p:pic>
          <p:nvPicPr>
            <p:cNvPr id="204" name="图片 203">
              <a:extLst>
                <a:ext uri="{FF2B5EF4-FFF2-40B4-BE49-F238E27FC236}">
                  <a16:creationId xmlns:a16="http://schemas.microsoft.com/office/drawing/2014/main" id="{BAEE67EB-C344-45C7-808E-67AFE6407AC3}"/>
                </a:ext>
              </a:extLst>
            </p:cNvPr>
            <p:cNvPicPr>
              <a:picLocks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7854" y="5173198"/>
              <a:ext cx="288000" cy="288000"/>
            </a:xfrm>
            <a:prstGeom prst="rect">
              <a:avLst/>
            </a:prstGeom>
          </p:spPr>
        </p:pic>
        <p:pic>
          <p:nvPicPr>
            <p:cNvPr id="206" name="图片 205">
              <a:extLst>
                <a:ext uri="{FF2B5EF4-FFF2-40B4-BE49-F238E27FC236}">
                  <a16:creationId xmlns:a16="http://schemas.microsoft.com/office/drawing/2014/main" id="{205333D0-C8A5-42CB-A16F-96F7E1896BC9}"/>
                </a:ext>
              </a:extLst>
            </p:cNvPr>
            <p:cNvPicPr>
              <a:picLocks/>
            </p:cNvPicPr>
            <p:nvPr/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2024" y="5173198"/>
              <a:ext cx="288000" cy="288000"/>
            </a:xfrm>
            <a:prstGeom prst="rect">
              <a:avLst/>
            </a:prstGeom>
          </p:spPr>
        </p:pic>
        <p:pic>
          <p:nvPicPr>
            <p:cNvPr id="208" name="图片 207">
              <a:extLst>
                <a:ext uri="{FF2B5EF4-FFF2-40B4-BE49-F238E27FC236}">
                  <a16:creationId xmlns:a16="http://schemas.microsoft.com/office/drawing/2014/main" id="{A29AA795-AD9C-4481-B67F-9B5D8D07231F}"/>
                </a:ext>
              </a:extLst>
            </p:cNvPr>
            <p:cNvPicPr>
              <a:picLocks/>
            </p:cNvPicPr>
            <p:nvPr/>
          </p:nvPicPr>
          <p:blipFill>
            <a:blip r:embed="rId5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9939" y="5173198"/>
              <a:ext cx="288000" cy="288000"/>
            </a:xfrm>
            <a:prstGeom prst="rect">
              <a:avLst/>
            </a:prstGeom>
          </p:spPr>
        </p:pic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15318CB0-5DEF-4B79-BE27-49E820C07721}"/>
                </a:ext>
              </a:extLst>
            </p:cNvPr>
            <p:cNvPicPr>
              <a:picLocks/>
            </p:cNvPicPr>
            <p:nvPr/>
          </p:nvPicPr>
          <p:blipFill>
            <a:blip r:embed="rId5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24110" y="5173198"/>
              <a:ext cx="288000" cy="288000"/>
            </a:xfrm>
            <a:prstGeom prst="rect">
              <a:avLst/>
            </a:prstGeom>
          </p:spPr>
        </p:pic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2BDC359-7B17-4DA5-A148-14F5D06C5D2A}"/>
              </a:ext>
            </a:extLst>
          </p:cNvPr>
          <p:cNvGrpSpPr/>
          <p:nvPr/>
        </p:nvGrpSpPr>
        <p:grpSpPr>
          <a:xfrm>
            <a:off x="6911252" y="5551658"/>
            <a:ext cx="1460741" cy="288000"/>
            <a:chOff x="7387765" y="5519012"/>
            <a:chExt cx="1460741" cy="288000"/>
          </a:xfrm>
        </p:grpSpPr>
        <p:pic>
          <p:nvPicPr>
            <p:cNvPr id="190" name="图片 189">
              <a:extLst>
                <a:ext uri="{FF2B5EF4-FFF2-40B4-BE49-F238E27FC236}">
                  <a16:creationId xmlns:a16="http://schemas.microsoft.com/office/drawing/2014/main" id="{C8C8C9D8-19C6-4F9D-9E72-C4D744957993}"/>
                </a:ext>
              </a:extLst>
            </p:cNvPr>
            <p:cNvPicPr>
              <a:picLocks/>
            </p:cNvPicPr>
            <p:nvPr/>
          </p:nvPicPr>
          <p:blipFill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8679" y="5519012"/>
              <a:ext cx="288000" cy="288000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3EE9B522-D761-4120-BB70-22D3382F8BD2}"/>
                </a:ext>
              </a:extLst>
            </p:cNvPr>
            <p:cNvPicPr>
              <a:picLocks/>
            </p:cNvPicPr>
            <p:nvPr/>
          </p:nvPicPr>
          <p:blipFill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7765" y="5519012"/>
              <a:ext cx="288000" cy="288000"/>
            </a:xfrm>
            <a:prstGeom prst="rect">
              <a:avLst/>
            </a:prstGeom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60E86E47-731B-4F5D-A8F7-5DDAE4C1BF76}"/>
                </a:ext>
              </a:extLst>
            </p:cNvPr>
            <p:cNvPicPr>
              <a:picLocks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9593" y="5519012"/>
              <a:ext cx="288000" cy="288000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ACEA8BF4-AECB-4FFF-9F62-AB07F5F498A3}"/>
                </a:ext>
              </a:extLst>
            </p:cNvPr>
            <p:cNvPicPr>
              <a:picLocks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0506" y="5519012"/>
              <a:ext cx="288000" cy="288000"/>
            </a:xfrm>
            <a:prstGeom prst="rect">
              <a:avLst/>
            </a:prstGeom>
          </p:spPr>
        </p:pic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1FD824A-ED71-4214-BC30-0CC369E6ED5C}"/>
              </a:ext>
            </a:extLst>
          </p:cNvPr>
          <p:cNvGrpSpPr/>
          <p:nvPr/>
        </p:nvGrpSpPr>
        <p:grpSpPr>
          <a:xfrm>
            <a:off x="6872279" y="6030500"/>
            <a:ext cx="1475688" cy="621659"/>
            <a:chOff x="6873255" y="5912356"/>
            <a:chExt cx="1475688" cy="621659"/>
          </a:xfrm>
        </p:grpSpPr>
        <p:sp>
          <p:nvSpPr>
            <p:cNvPr id="585" name="文本框 584">
              <a:extLst>
                <a:ext uri="{FF2B5EF4-FFF2-40B4-BE49-F238E27FC236}">
                  <a16:creationId xmlns:a16="http://schemas.microsoft.com/office/drawing/2014/main" id="{87331807-9A06-4325-8FD6-AF322143BEB5}"/>
                </a:ext>
              </a:extLst>
            </p:cNvPr>
            <p:cNvSpPr txBox="1"/>
            <p:nvPr/>
          </p:nvSpPr>
          <p:spPr>
            <a:xfrm>
              <a:off x="6873255" y="5912356"/>
              <a:ext cx="13660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Comic Sans MS" panose="030F0702030302020204" pitchFamily="66" charset="0"/>
                </a:rPr>
                <a:t>Hierarchical</a:t>
              </a: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E46E6AAB-0717-4E1E-8C94-9ACE57E30E84}"/>
                </a:ext>
              </a:extLst>
            </p:cNvPr>
            <p:cNvGrpSpPr/>
            <p:nvPr/>
          </p:nvGrpSpPr>
          <p:grpSpPr>
            <a:xfrm>
              <a:off x="6947751" y="6241243"/>
              <a:ext cx="1401192" cy="292772"/>
              <a:chOff x="6947751" y="6241243"/>
              <a:chExt cx="1401192" cy="292772"/>
            </a:xfrm>
          </p:grpSpPr>
          <p:pic>
            <p:nvPicPr>
              <p:cNvPr id="188" name="图片 187">
                <a:extLst>
                  <a:ext uri="{FF2B5EF4-FFF2-40B4-BE49-F238E27FC236}">
                    <a16:creationId xmlns:a16="http://schemas.microsoft.com/office/drawing/2014/main" id="{424F8D0E-E118-4FF0-9D20-2523F0F83955}"/>
                  </a:ext>
                </a:extLst>
              </p:cNvPr>
              <p:cNvPicPr>
                <a:picLocks/>
              </p:cNvPicPr>
              <p:nvPr/>
            </p:nvPicPr>
            <p:blipFill>
              <a:blip r:embed="rId5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47751" y="6241243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C3617800-F4CC-481C-985F-C1FB86BA6D48}"/>
                  </a:ext>
                </a:extLst>
              </p:cNvPr>
              <p:cNvPicPr>
                <a:picLocks/>
              </p:cNvPicPr>
              <p:nvPr/>
            </p:nvPicPr>
            <p:blipFill>
              <a:blip r:embed="rId5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96166" y="6241243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6B5D354E-27F4-458B-BA79-724A36DE37B3}"/>
                  </a:ext>
                </a:extLst>
              </p:cNvPr>
              <p:cNvPicPr>
                <a:picLocks/>
              </p:cNvPicPr>
              <p:nvPr/>
            </p:nvPicPr>
            <p:blipFill>
              <a:blip r:embed="rId60">
                <a:clrChange>
                  <a:clrFrom>
                    <a:srgbClr val="F8F5EF"/>
                  </a:clrFrom>
                  <a:clrTo>
                    <a:srgbClr val="F8F5E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53193" y="6241243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250F0C8B-CEB0-4769-8198-1F13ED677C53}"/>
                  </a:ext>
                </a:extLst>
              </p:cNvPr>
              <p:cNvPicPr>
                <a:picLocks/>
              </p:cNvPicPr>
              <p:nvPr/>
            </p:nvPicPr>
            <p:blipFill>
              <a:blip r:embed="rId6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60943" y="6246015"/>
                <a:ext cx="288000" cy="28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70388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97</Words>
  <Application>Microsoft Office PowerPoint</Application>
  <PresentationFormat>宽屏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Comic Sans MS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ED Z</dc:creator>
  <cp:lastModifiedBy>ED Z</cp:lastModifiedBy>
  <cp:revision>86</cp:revision>
  <dcterms:created xsi:type="dcterms:W3CDTF">2026-10-09T05:47:32Z</dcterms:created>
  <dcterms:modified xsi:type="dcterms:W3CDTF">2026-10-10T07:49:02Z</dcterms:modified>
</cp:coreProperties>
</file>